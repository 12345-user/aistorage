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2.svg" ContentType="image/svg+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sldIdLst>
    <p:sldId id="256" r:id="rId4"/>
    <p:sldId id="257" r:id="rId6"/>
    <p:sldId id="258" r:id="rId7"/>
    <p:sldId id="259" r:id="rId8"/>
    <p:sldId id="273" r:id="rId9"/>
    <p:sldId id="261" r:id="rId10"/>
    <p:sldId id="272" r:id="rId11"/>
    <p:sldId id="263" r:id="rId12"/>
    <p:sldId id="275" r:id="rId13"/>
    <p:sldId id="278" r:id="rId14"/>
    <p:sldId id="276" r:id="rId15"/>
    <p:sldId id="265" r:id="rId16"/>
    <p:sldId id="283" r:id="rId17"/>
    <p:sldId id="270" r:id="rId18"/>
    <p:sldId id="271" r:id="rId19"/>
    <p:sldId id="277" r:id="rId20"/>
    <p:sldId id="291" r:id="rId21"/>
    <p:sldId id="284" r:id="rId22"/>
    <p:sldId id="292" r:id="rId23"/>
    <p:sldId id="293" r:id="rId24"/>
    <p:sldId id="295" r:id="rId25"/>
    <p:sldId id="294" r:id="rId26"/>
    <p:sldId id="296" r:id="rId27"/>
    <p:sldId id="297" r:id="rId28"/>
    <p:sldId id="300" r:id="rId29"/>
    <p:sldId id="299" r:id="rId30"/>
    <p:sldId id="301" r:id="rId31"/>
    <p:sldId id="298" r:id="rId32"/>
    <p:sldId id="260" r:id="rId3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9A5F825-9C29-43CC-BB96-80A60E9689F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tags" Target="../tags/tag4.xml"/><Relationship Id="rId67" Type="http://schemas.openxmlformats.org/officeDocument/2006/relationships/tags" Target="../tags/tag64.xml"/><Relationship Id="rId66" Type="http://schemas.openxmlformats.org/officeDocument/2006/relationships/tags" Target="../tags/tag63.xml"/><Relationship Id="rId65" Type="http://schemas.openxmlformats.org/officeDocument/2006/relationships/tags" Target="../tags/tag62.xml"/><Relationship Id="rId64" Type="http://schemas.openxmlformats.org/officeDocument/2006/relationships/tags" Target="../tags/tag61.xml"/><Relationship Id="rId63" Type="http://schemas.openxmlformats.org/officeDocument/2006/relationships/tags" Target="../tags/tag60.xml"/><Relationship Id="rId62" Type="http://schemas.openxmlformats.org/officeDocument/2006/relationships/tags" Target="../tags/tag59.xml"/><Relationship Id="rId61" Type="http://schemas.openxmlformats.org/officeDocument/2006/relationships/tags" Target="../tags/tag58.xml"/><Relationship Id="rId60" Type="http://schemas.openxmlformats.org/officeDocument/2006/relationships/tags" Target="../tags/tag57.xml"/><Relationship Id="rId6" Type="http://schemas.openxmlformats.org/officeDocument/2006/relationships/tags" Target="../tags/tag3.xml"/><Relationship Id="rId59" Type="http://schemas.openxmlformats.org/officeDocument/2006/relationships/tags" Target="../tags/tag56.xml"/><Relationship Id="rId58" Type="http://schemas.openxmlformats.org/officeDocument/2006/relationships/tags" Target="../tags/tag55.xml"/><Relationship Id="rId57" Type="http://schemas.openxmlformats.org/officeDocument/2006/relationships/tags" Target="../tags/tag54.xml"/><Relationship Id="rId56" Type="http://schemas.openxmlformats.org/officeDocument/2006/relationships/tags" Target="../tags/tag53.xml"/><Relationship Id="rId55" Type="http://schemas.openxmlformats.org/officeDocument/2006/relationships/tags" Target="../tags/tag52.xml"/><Relationship Id="rId54" Type="http://schemas.openxmlformats.org/officeDocument/2006/relationships/tags" Target="../tags/tag51.xml"/><Relationship Id="rId53" Type="http://schemas.openxmlformats.org/officeDocument/2006/relationships/tags" Target="../tags/tag50.xml"/><Relationship Id="rId52" Type="http://schemas.openxmlformats.org/officeDocument/2006/relationships/tags" Target="../tags/tag49.xml"/><Relationship Id="rId51" Type="http://schemas.openxmlformats.org/officeDocument/2006/relationships/tags" Target="../tags/tag48.xml"/><Relationship Id="rId50" Type="http://schemas.openxmlformats.org/officeDocument/2006/relationships/tags" Target="../tags/tag47.xml"/><Relationship Id="rId5" Type="http://schemas.openxmlformats.org/officeDocument/2006/relationships/tags" Target="../tags/tag2.xml"/><Relationship Id="rId49" Type="http://schemas.openxmlformats.org/officeDocument/2006/relationships/tags" Target="../tags/tag46.xml"/><Relationship Id="rId48" Type="http://schemas.openxmlformats.org/officeDocument/2006/relationships/tags" Target="../tags/tag45.xml"/><Relationship Id="rId47" Type="http://schemas.openxmlformats.org/officeDocument/2006/relationships/tags" Target="../tags/tag44.xml"/><Relationship Id="rId46" Type="http://schemas.openxmlformats.org/officeDocument/2006/relationships/tags" Target="../tags/tag43.xml"/><Relationship Id="rId45" Type="http://schemas.openxmlformats.org/officeDocument/2006/relationships/tags" Target="../tags/tag42.xml"/><Relationship Id="rId44" Type="http://schemas.openxmlformats.org/officeDocument/2006/relationships/tags" Target="../tags/tag41.xml"/><Relationship Id="rId43" Type="http://schemas.openxmlformats.org/officeDocument/2006/relationships/tags" Target="../tags/tag40.xml"/><Relationship Id="rId42" Type="http://schemas.openxmlformats.org/officeDocument/2006/relationships/tags" Target="../tags/tag39.xml"/><Relationship Id="rId41" Type="http://schemas.openxmlformats.org/officeDocument/2006/relationships/tags" Target="../tags/tag38.xml"/><Relationship Id="rId40" Type="http://schemas.openxmlformats.org/officeDocument/2006/relationships/tags" Target="../tags/tag37.xml"/><Relationship Id="rId4" Type="http://schemas.openxmlformats.org/officeDocument/2006/relationships/image" Target="../media/image2.svg"/><Relationship Id="rId39" Type="http://schemas.openxmlformats.org/officeDocument/2006/relationships/tags" Target="../tags/tag36.xml"/><Relationship Id="rId38" Type="http://schemas.openxmlformats.org/officeDocument/2006/relationships/tags" Target="../tags/tag35.xml"/><Relationship Id="rId37" Type="http://schemas.openxmlformats.org/officeDocument/2006/relationships/tags" Target="../tags/tag34.xml"/><Relationship Id="rId36" Type="http://schemas.openxmlformats.org/officeDocument/2006/relationships/tags" Target="../tags/tag33.xml"/><Relationship Id="rId35" Type="http://schemas.openxmlformats.org/officeDocument/2006/relationships/tags" Target="../tags/tag32.xml"/><Relationship Id="rId34" Type="http://schemas.openxmlformats.org/officeDocument/2006/relationships/tags" Target="../tags/tag31.xml"/><Relationship Id="rId33" Type="http://schemas.openxmlformats.org/officeDocument/2006/relationships/tags" Target="../tags/tag30.xml"/><Relationship Id="rId32" Type="http://schemas.openxmlformats.org/officeDocument/2006/relationships/tags" Target="../tags/tag29.xml"/><Relationship Id="rId31" Type="http://schemas.openxmlformats.org/officeDocument/2006/relationships/tags" Target="../tags/tag28.xml"/><Relationship Id="rId30" Type="http://schemas.openxmlformats.org/officeDocument/2006/relationships/tags" Target="../tags/tag27.xml"/><Relationship Id="rId3" Type="http://schemas.openxmlformats.org/officeDocument/2006/relationships/image" Target="../media/image1.png"/><Relationship Id="rId29" Type="http://schemas.openxmlformats.org/officeDocument/2006/relationships/tags" Target="../tags/tag26.xml"/><Relationship Id="rId28" Type="http://schemas.openxmlformats.org/officeDocument/2006/relationships/tags" Target="../tags/tag25.xml"/><Relationship Id="rId27" Type="http://schemas.openxmlformats.org/officeDocument/2006/relationships/tags" Target="../tags/tag24.xml"/><Relationship Id="rId26" Type="http://schemas.openxmlformats.org/officeDocument/2006/relationships/tags" Target="../tags/tag23.xml"/><Relationship Id="rId25" Type="http://schemas.openxmlformats.org/officeDocument/2006/relationships/tags" Target="../tags/tag22.xml"/><Relationship Id="rId24" Type="http://schemas.openxmlformats.org/officeDocument/2006/relationships/tags" Target="../tags/tag21.xml"/><Relationship Id="rId23" Type="http://schemas.openxmlformats.org/officeDocument/2006/relationships/tags" Target="../tags/tag20.xml"/><Relationship Id="rId22" Type="http://schemas.openxmlformats.org/officeDocument/2006/relationships/tags" Target="../tags/tag19.xml"/><Relationship Id="rId21" Type="http://schemas.openxmlformats.org/officeDocument/2006/relationships/tags" Target="../tags/tag18.xml"/><Relationship Id="rId20" Type="http://schemas.openxmlformats.org/officeDocument/2006/relationships/tags" Target="../tags/tag17.xml"/><Relationship Id="rId2" Type="http://schemas.openxmlformats.org/officeDocument/2006/relationships/tags" Target="../tags/tag1.xml"/><Relationship Id="rId19" Type="http://schemas.openxmlformats.org/officeDocument/2006/relationships/tags" Target="../tags/tag16.xml"/><Relationship Id="rId18" Type="http://schemas.openxmlformats.org/officeDocument/2006/relationships/tags" Target="../tags/tag15.xml"/><Relationship Id="rId17" Type="http://schemas.openxmlformats.org/officeDocument/2006/relationships/tags" Target="../tags/tag14.xml"/><Relationship Id="rId16" Type="http://schemas.openxmlformats.org/officeDocument/2006/relationships/tags" Target="../tags/tag13.xml"/><Relationship Id="rId15" Type="http://schemas.openxmlformats.org/officeDocument/2006/relationships/tags" Target="../tags/tag12.xml"/><Relationship Id="rId14" Type="http://schemas.openxmlformats.org/officeDocument/2006/relationships/tags" Target="../tags/tag11.xml"/><Relationship Id="rId13" Type="http://schemas.openxmlformats.org/officeDocument/2006/relationships/tags" Target="../tags/tag10.xml"/><Relationship Id="rId12" Type="http://schemas.openxmlformats.org/officeDocument/2006/relationships/tags" Target="../tags/tag9.xml"/><Relationship Id="rId11" Type="http://schemas.openxmlformats.org/officeDocument/2006/relationships/tags" Target="../tags/tag8.xml"/><Relationship Id="rId10" Type="http://schemas.openxmlformats.org/officeDocument/2006/relationships/tags" Target="../tags/tag7.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69.xml"/><Relationship Id="rId5" Type="http://schemas.openxmlformats.org/officeDocument/2006/relationships/tags" Target="../tags/tag68.xml"/><Relationship Id="rId4" Type="http://schemas.openxmlformats.org/officeDocument/2006/relationships/tags" Target="../tags/tag67.xml"/><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77.xml"/><Relationship Id="rId8" Type="http://schemas.openxmlformats.org/officeDocument/2006/relationships/tags" Target="../tags/tag76.xml"/><Relationship Id="rId7" Type="http://schemas.openxmlformats.org/officeDocument/2006/relationships/tags" Target="../tags/tag75.xml"/><Relationship Id="rId6" Type="http://schemas.openxmlformats.org/officeDocument/2006/relationships/tags" Target="../tags/tag74.xml"/><Relationship Id="rId5" Type="http://schemas.openxmlformats.org/officeDocument/2006/relationships/tags" Target="../tags/tag73.xml"/><Relationship Id="rId4" Type="http://schemas.openxmlformats.org/officeDocument/2006/relationships/tags" Target="../tags/tag72.xml"/><Relationship Id="rId33" Type="http://schemas.openxmlformats.org/officeDocument/2006/relationships/tags" Target="../tags/tag101.xml"/><Relationship Id="rId32" Type="http://schemas.openxmlformats.org/officeDocument/2006/relationships/tags" Target="../tags/tag100.xml"/><Relationship Id="rId31" Type="http://schemas.openxmlformats.org/officeDocument/2006/relationships/tags" Target="../tags/tag99.xml"/><Relationship Id="rId30" Type="http://schemas.openxmlformats.org/officeDocument/2006/relationships/tags" Target="../tags/tag98.xml"/><Relationship Id="rId3" Type="http://schemas.openxmlformats.org/officeDocument/2006/relationships/tags" Target="../tags/tag71.xml"/><Relationship Id="rId29" Type="http://schemas.openxmlformats.org/officeDocument/2006/relationships/tags" Target="../tags/tag97.xml"/><Relationship Id="rId28" Type="http://schemas.openxmlformats.org/officeDocument/2006/relationships/tags" Target="../tags/tag96.xml"/><Relationship Id="rId27" Type="http://schemas.openxmlformats.org/officeDocument/2006/relationships/tags" Target="../tags/tag95.xml"/><Relationship Id="rId26" Type="http://schemas.openxmlformats.org/officeDocument/2006/relationships/tags" Target="../tags/tag94.xml"/><Relationship Id="rId25" Type="http://schemas.openxmlformats.org/officeDocument/2006/relationships/tags" Target="../tags/tag93.xml"/><Relationship Id="rId24" Type="http://schemas.openxmlformats.org/officeDocument/2006/relationships/tags" Target="../tags/tag92.xml"/><Relationship Id="rId23" Type="http://schemas.openxmlformats.org/officeDocument/2006/relationships/tags" Target="../tags/tag91.xml"/><Relationship Id="rId22" Type="http://schemas.openxmlformats.org/officeDocument/2006/relationships/tags" Target="../tags/tag90.xml"/><Relationship Id="rId21" Type="http://schemas.openxmlformats.org/officeDocument/2006/relationships/tags" Target="../tags/tag89.xml"/><Relationship Id="rId20" Type="http://schemas.openxmlformats.org/officeDocument/2006/relationships/tags" Target="../tags/tag88.xml"/><Relationship Id="rId2" Type="http://schemas.openxmlformats.org/officeDocument/2006/relationships/tags" Target="../tags/tag70.xml"/><Relationship Id="rId19" Type="http://schemas.openxmlformats.org/officeDocument/2006/relationships/tags" Target="../tags/tag87.xml"/><Relationship Id="rId18" Type="http://schemas.openxmlformats.org/officeDocument/2006/relationships/tags" Target="../tags/tag86.xml"/><Relationship Id="rId17" Type="http://schemas.openxmlformats.org/officeDocument/2006/relationships/tags" Target="../tags/tag85.xml"/><Relationship Id="rId16" Type="http://schemas.openxmlformats.org/officeDocument/2006/relationships/tags" Target="../tags/tag84.xml"/><Relationship Id="rId15" Type="http://schemas.openxmlformats.org/officeDocument/2006/relationships/tags" Target="../tags/tag83.xml"/><Relationship Id="rId14" Type="http://schemas.openxmlformats.org/officeDocument/2006/relationships/tags" Target="../tags/tag82.xml"/><Relationship Id="rId13" Type="http://schemas.openxmlformats.org/officeDocument/2006/relationships/tags" Target="../tags/tag81.xml"/><Relationship Id="rId12" Type="http://schemas.openxmlformats.org/officeDocument/2006/relationships/tags" Target="../tags/tag80.xml"/><Relationship Id="rId11" Type="http://schemas.openxmlformats.org/officeDocument/2006/relationships/tags" Target="../tags/tag79.xml"/><Relationship Id="rId10" Type="http://schemas.openxmlformats.org/officeDocument/2006/relationships/tags" Target="../tags/tag78.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109.xml"/><Relationship Id="rId8" Type="http://schemas.openxmlformats.org/officeDocument/2006/relationships/tags" Target="../tags/tag108.xml"/><Relationship Id="rId7" Type="http://schemas.openxmlformats.org/officeDocument/2006/relationships/tags" Target="../tags/tag107.xml"/><Relationship Id="rId6" Type="http://schemas.openxmlformats.org/officeDocument/2006/relationships/tags" Target="../tags/tag106.xml"/><Relationship Id="rId5" Type="http://schemas.openxmlformats.org/officeDocument/2006/relationships/tags" Target="../tags/tag105.xml"/><Relationship Id="rId4" Type="http://schemas.openxmlformats.org/officeDocument/2006/relationships/tags" Target="../tags/tag104.xml"/><Relationship Id="rId34" Type="http://schemas.openxmlformats.org/officeDocument/2006/relationships/tags" Target="../tags/tag134.xml"/><Relationship Id="rId33" Type="http://schemas.openxmlformats.org/officeDocument/2006/relationships/tags" Target="../tags/tag133.xml"/><Relationship Id="rId32" Type="http://schemas.openxmlformats.org/officeDocument/2006/relationships/tags" Target="../tags/tag132.xml"/><Relationship Id="rId31" Type="http://schemas.openxmlformats.org/officeDocument/2006/relationships/tags" Target="../tags/tag131.xml"/><Relationship Id="rId30" Type="http://schemas.openxmlformats.org/officeDocument/2006/relationships/tags" Target="../tags/tag130.xml"/><Relationship Id="rId3" Type="http://schemas.openxmlformats.org/officeDocument/2006/relationships/tags" Target="../tags/tag103.xml"/><Relationship Id="rId29" Type="http://schemas.openxmlformats.org/officeDocument/2006/relationships/tags" Target="../tags/tag129.xml"/><Relationship Id="rId28" Type="http://schemas.openxmlformats.org/officeDocument/2006/relationships/tags" Target="../tags/tag128.xml"/><Relationship Id="rId27" Type="http://schemas.openxmlformats.org/officeDocument/2006/relationships/tags" Target="../tags/tag127.xml"/><Relationship Id="rId26" Type="http://schemas.openxmlformats.org/officeDocument/2006/relationships/tags" Target="../tags/tag126.xml"/><Relationship Id="rId25" Type="http://schemas.openxmlformats.org/officeDocument/2006/relationships/tags" Target="../tags/tag125.xml"/><Relationship Id="rId24" Type="http://schemas.openxmlformats.org/officeDocument/2006/relationships/tags" Target="../tags/tag124.xml"/><Relationship Id="rId23" Type="http://schemas.openxmlformats.org/officeDocument/2006/relationships/tags" Target="../tags/tag123.xml"/><Relationship Id="rId22" Type="http://schemas.openxmlformats.org/officeDocument/2006/relationships/tags" Target="../tags/tag122.xml"/><Relationship Id="rId21" Type="http://schemas.openxmlformats.org/officeDocument/2006/relationships/tags" Target="../tags/tag121.xml"/><Relationship Id="rId20" Type="http://schemas.openxmlformats.org/officeDocument/2006/relationships/tags" Target="../tags/tag120.xml"/><Relationship Id="rId2" Type="http://schemas.openxmlformats.org/officeDocument/2006/relationships/tags" Target="../tags/tag102.xml"/><Relationship Id="rId19" Type="http://schemas.openxmlformats.org/officeDocument/2006/relationships/tags" Target="../tags/tag119.xml"/><Relationship Id="rId18" Type="http://schemas.openxmlformats.org/officeDocument/2006/relationships/tags" Target="../tags/tag118.xml"/><Relationship Id="rId17" Type="http://schemas.openxmlformats.org/officeDocument/2006/relationships/tags" Target="../tags/tag117.xml"/><Relationship Id="rId16" Type="http://schemas.openxmlformats.org/officeDocument/2006/relationships/tags" Target="../tags/tag116.xml"/><Relationship Id="rId15" Type="http://schemas.openxmlformats.org/officeDocument/2006/relationships/tags" Target="../tags/tag115.xml"/><Relationship Id="rId14" Type="http://schemas.openxmlformats.org/officeDocument/2006/relationships/tags" Target="../tags/tag114.xml"/><Relationship Id="rId13" Type="http://schemas.openxmlformats.org/officeDocument/2006/relationships/tags" Target="../tags/tag113.xml"/><Relationship Id="rId12" Type="http://schemas.openxmlformats.org/officeDocument/2006/relationships/tags" Target="../tags/tag112.xml"/><Relationship Id="rId11" Type="http://schemas.openxmlformats.org/officeDocument/2006/relationships/tags" Target="../tags/tag111.xml"/><Relationship Id="rId10" Type="http://schemas.openxmlformats.org/officeDocument/2006/relationships/tags" Target="../tags/tag110.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7" Type="http://schemas.openxmlformats.org/officeDocument/2006/relationships/tags" Target="../tags/tag140.xml"/><Relationship Id="rId6" Type="http://schemas.openxmlformats.org/officeDocument/2006/relationships/tags" Target="../tags/tag139.xml"/><Relationship Id="rId5" Type="http://schemas.openxmlformats.org/officeDocument/2006/relationships/tags" Target="../tags/tag138.xml"/><Relationship Id="rId4" Type="http://schemas.openxmlformats.org/officeDocument/2006/relationships/tags" Target="../tags/tag137.xml"/><Relationship Id="rId3" Type="http://schemas.openxmlformats.org/officeDocument/2006/relationships/tags" Target="../tags/tag136.xml"/><Relationship Id="rId2" Type="http://schemas.openxmlformats.org/officeDocument/2006/relationships/tags" Target="../tags/tag135.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148.xml"/><Relationship Id="rId8" Type="http://schemas.openxmlformats.org/officeDocument/2006/relationships/tags" Target="../tags/tag147.xml"/><Relationship Id="rId7" Type="http://schemas.openxmlformats.org/officeDocument/2006/relationships/tags" Target="../tags/tag146.xml"/><Relationship Id="rId6" Type="http://schemas.openxmlformats.org/officeDocument/2006/relationships/tags" Target="../tags/tag145.xml"/><Relationship Id="rId5" Type="http://schemas.openxmlformats.org/officeDocument/2006/relationships/tags" Target="../tags/tag144.xml"/><Relationship Id="rId4" Type="http://schemas.openxmlformats.org/officeDocument/2006/relationships/tags" Target="../tags/tag143.xml"/><Relationship Id="rId3" Type="http://schemas.openxmlformats.org/officeDocument/2006/relationships/tags" Target="../tags/tag142.xml"/><Relationship Id="rId2" Type="http://schemas.openxmlformats.org/officeDocument/2006/relationships/tags" Target="../tags/tag141.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5" Type="http://schemas.openxmlformats.org/officeDocument/2006/relationships/tags" Target="../tags/tag152.xml"/><Relationship Id="rId4" Type="http://schemas.openxmlformats.org/officeDocument/2006/relationships/tags" Target="../tags/tag151.xml"/><Relationship Id="rId3" Type="http://schemas.openxmlformats.org/officeDocument/2006/relationships/tags" Target="../tags/tag150.xml"/><Relationship Id="rId2" Type="http://schemas.openxmlformats.org/officeDocument/2006/relationships/tags" Target="../tags/tag149.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4" Type="http://schemas.openxmlformats.org/officeDocument/2006/relationships/tags" Target="../tags/tag155.xml"/><Relationship Id="rId3" Type="http://schemas.openxmlformats.org/officeDocument/2006/relationships/tags" Target="../tags/tag154.xml"/><Relationship Id="rId2" Type="http://schemas.openxmlformats.org/officeDocument/2006/relationships/tags" Target="../tags/tag153.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5" Type="http://schemas.openxmlformats.org/officeDocument/2006/relationships/tags" Target="../tags/tag159.xml"/><Relationship Id="rId4" Type="http://schemas.openxmlformats.org/officeDocument/2006/relationships/tags" Target="../tags/tag158.xml"/><Relationship Id="rId3" Type="http://schemas.openxmlformats.org/officeDocument/2006/relationships/tags" Target="../tags/tag157.xml"/><Relationship Id="rId2" Type="http://schemas.openxmlformats.org/officeDocument/2006/relationships/tags" Target="../tags/tag156.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6" Type="http://schemas.openxmlformats.org/officeDocument/2006/relationships/tags" Target="../tags/tag164.xml"/><Relationship Id="rId5" Type="http://schemas.openxmlformats.org/officeDocument/2006/relationships/tags" Target="../tags/tag163.xml"/><Relationship Id="rId4" Type="http://schemas.openxmlformats.org/officeDocument/2006/relationships/tags" Target="../tags/tag162.xml"/><Relationship Id="rId3" Type="http://schemas.openxmlformats.org/officeDocument/2006/relationships/tags" Target="../tags/tag161.xml"/><Relationship Id="rId2" Type="http://schemas.openxmlformats.org/officeDocument/2006/relationships/tags" Target="../tags/tag160.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170.xml"/><Relationship Id="rId8" Type="http://schemas.openxmlformats.org/officeDocument/2006/relationships/tags" Target="../tags/tag169.xml"/><Relationship Id="rId7" Type="http://schemas.openxmlformats.org/officeDocument/2006/relationships/tags" Target="../tags/tag168.xml"/><Relationship Id="rId6" Type="http://schemas.openxmlformats.org/officeDocument/2006/relationships/tags" Target="../tags/tag167.xml"/><Relationship Id="rId5" Type="http://schemas.openxmlformats.org/officeDocument/2006/relationships/tags" Target="../tags/tag166.xml"/><Relationship Id="rId40" Type="http://schemas.openxmlformats.org/officeDocument/2006/relationships/tags" Target="../tags/tag201.xml"/><Relationship Id="rId4" Type="http://schemas.openxmlformats.org/officeDocument/2006/relationships/image" Target="../media/image4.svg"/><Relationship Id="rId39" Type="http://schemas.openxmlformats.org/officeDocument/2006/relationships/tags" Target="../tags/tag200.xml"/><Relationship Id="rId38" Type="http://schemas.openxmlformats.org/officeDocument/2006/relationships/tags" Target="../tags/tag199.xml"/><Relationship Id="rId37" Type="http://schemas.openxmlformats.org/officeDocument/2006/relationships/tags" Target="../tags/tag198.xml"/><Relationship Id="rId36" Type="http://schemas.openxmlformats.org/officeDocument/2006/relationships/tags" Target="../tags/tag197.xml"/><Relationship Id="rId35" Type="http://schemas.openxmlformats.org/officeDocument/2006/relationships/tags" Target="../tags/tag196.xml"/><Relationship Id="rId34" Type="http://schemas.openxmlformats.org/officeDocument/2006/relationships/tags" Target="../tags/tag195.xml"/><Relationship Id="rId33" Type="http://schemas.openxmlformats.org/officeDocument/2006/relationships/tags" Target="../tags/tag194.xml"/><Relationship Id="rId32" Type="http://schemas.openxmlformats.org/officeDocument/2006/relationships/tags" Target="../tags/tag193.xml"/><Relationship Id="rId31" Type="http://schemas.openxmlformats.org/officeDocument/2006/relationships/tags" Target="../tags/tag192.xml"/><Relationship Id="rId30" Type="http://schemas.openxmlformats.org/officeDocument/2006/relationships/tags" Target="../tags/tag191.xml"/><Relationship Id="rId3" Type="http://schemas.openxmlformats.org/officeDocument/2006/relationships/image" Target="../media/image3.png"/><Relationship Id="rId29" Type="http://schemas.openxmlformats.org/officeDocument/2006/relationships/tags" Target="../tags/tag190.xml"/><Relationship Id="rId28" Type="http://schemas.openxmlformats.org/officeDocument/2006/relationships/tags" Target="../tags/tag189.xml"/><Relationship Id="rId27" Type="http://schemas.openxmlformats.org/officeDocument/2006/relationships/tags" Target="../tags/tag188.xml"/><Relationship Id="rId26" Type="http://schemas.openxmlformats.org/officeDocument/2006/relationships/tags" Target="../tags/tag187.xml"/><Relationship Id="rId25" Type="http://schemas.openxmlformats.org/officeDocument/2006/relationships/tags" Target="../tags/tag186.xml"/><Relationship Id="rId24" Type="http://schemas.openxmlformats.org/officeDocument/2006/relationships/tags" Target="../tags/tag185.xml"/><Relationship Id="rId23" Type="http://schemas.openxmlformats.org/officeDocument/2006/relationships/tags" Target="../tags/tag184.xml"/><Relationship Id="rId22" Type="http://schemas.openxmlformats.org/officeDocument/2006/relationships/tags" Target="../tags/tag183.xml"/><Relationship Id="rId21" Type="http://schemas.openxmlformats.org/officeDocument/2006/relationships/tags" Target="../tags/tag182.xml"/><Relationship Id="rId20" Type="http://schemas.openxmlformats.org/officeDocument/2006/relationships/tags" Target="../tags/tag181.xml"/><Relationship Id="rId2" Type="http://schemas.openxmlformats.org/officeDocument/2006/relationships/tags" Target="../tags/tag165.xml"/><Relationship Id="rId19" Type="http://schemas.openxmlformats.org/officeDocument/2006/relationships/tags" Target="../tags/tag180.xml"/><Relationship Id="rId18" Type="http://schemas.openxmlformats.org/officeDocument/2006/relationships/tags" Target="../tags/tag179.xml"/><Relationship Id="rId17" Type="http://schemas.openxmlformats.org/officeDocument/2006/relationships/tags" Target="../tags/tag178.xml"/><Relationship Id="rId16" Type="http://schemas.openxmlformats.org/officeDocument/2006/relationships/tags" Target="../tags/tag177.xml"/><Relationship Id="rId15" Type="http://schemas.openxmlformats.org/officeDocument/2006/relationships/tags" Target="../tags/tag176.xml"/><Relationship Id="rId14" Type="http://schemas.openxmlformats.org/officeDocument/2006/relationships/tags" Target="../tags/tag175.xml"/><Relationship Id="rId13" Type="http://schemas.openxmlformats.org/officeDocument/2006/relationships/tags" Target="../tags/tag174.xml"/><Relationship Id="rId12" Type="http://schemas.openxmlformats.org/officeDocument/2006/relationships/tags" Target="../tags/tag173.xml"/><Relationship Id="rId11" Type="http://schemas.openxmlformats.org/officeDocument/2006/relationships/tags" Target="../tags/tag172.xml"/><Relationship Id="rId10" Type="http://schemas.openxmlformats.org/officeDocument/2006/relationships/tags" Target="../tags/tag171.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pic>
        <p:nvPicPr>
          <p:cNvPr id="8" name="VCG41N1266076819"/>
          <p:cNvPicPr>
            <a:picLocks noChangeAspect="1"/>
          </p:cNvPicPr>
          <p:nvPr userDrawn="1">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313764" y="0"/>
            <a:ext cx="1888015" cy="3047113"/>
          </a:xfrm>
          <a:prstGeom prst="rect">
            <a:avLst/>
          </a:prstGeom>
        </p:spPr>
      </p:pic>
      <p:cxnSp>
        <p:nvCxnSpPr>
          <p:cNvPr id="9" name="直接连接符 8"/>
          <p:cNvCxnSpPr/>
          <p:nvPr userDrawn="1">
            <p:custDataLst>
              <p:tags r:id="rId5"/>
            </p:custDataLst>
          </p:nvPr>
        </p:nvCxnSpPr>
        <p:spPr>
          <a:xfrm>
            <a:off x="558800" y="6527800"/>
            <a:ext cx="9563100" cy="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1" name="任意多边形: 形状 10"/>
          <p:cNvSpPr/>
          <p:nvPr userDrawn="1">
            <p:custDataLst>
              <p:tags r:id="rId6"/>
            </p:custDataLst>
          </p:nvPr>
        </p:nvSpPr>
        <p:spPr>
          <a:xfrm>
            <a:off x="9924197" y="4948805"/>
            <a:ext cx="1886803" cy="1911735"/>
          </a:xfrm>
          <a:custGeom>
            <a:avLst/>
            <a:gdLst>
              <a:gd name="connsiteX0" fmla="*/ 1924435 w 1924435"/>
              <a:gd name="connsiteY0" fmla="*/ 1924435 h 1924435"/>
              <a:gd name="connsiteX1" fmla="*/ 0 w 1924435"/>
              <a:gd name="connsiteY1" fmla="*/ 1924435 h 1924435"/>
              <a:gd name="connsiteX2" fmla="*/ 0 w 1924435"/>
              <a:gd name="connsiteY2" fmla="*/ 962218 h 1924435"/>
              <a:gd name="connsiteX3" fmla="*/ 962218 w 1924435"/>
              <a:gd name="connsiteY3" fmla="*/ 0 h 1924435"/>
              <a:gd name="connsiteX4" fmla="*/ 962218 w 1924435"/>
              <a:gd name="connsiteY4" fmla="*/ 0 h 1924435"/>
              <a:gd name="connsiteX5" fmla="*/ 1924435 w 1924435"/>
              <a:gd name="connsiteY5" fmla="*/ 962218 h 1924435"/>
              <a:gd name="connsiteX6" fmla="*/ 1924435 w 1924435"/>
              <a:gd name="connsiteY6" fmla="*/ 1924435 h 1924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24435" h="1924435">
                <a:moveTo>
                  <a:pt x="1924435" y="1924435"/>
                </a:moveTo>
                <a:lnTo>
                  <a:pt x="0" y="1924435"/>
                </a:lnTo>
                <a:lnTo>
                  <a:pt x="0" y="962218"/>
                </a:lnTo>
                <a:cubicBezTo>
                  <a:pt x="0" y="430944"/>
                  <a:pt x="430944" y="0"/>
                  <a:pt x="962218" y="0"/>
                </a:cubicBezTo>
                <a:lnTo>
                  <a:pt x="962218" y="0"/>
                </a:lnTo>
                <a:cubicBezTo>
                  <a:pt x="1493491" y="0"/>
                  <a:pt x="1924435" y="430944"/>
                  <a:pt x="1924435" y="962218"/>
                </a:cubicBezTo>
                <a:lnTo>
                  <a:pt x="1924435" y="1924435"/>
                </a:lnTo>
                <a:close/>
              </a:path>
            </a:pathLst>
          </a:custGeom>
          <a:solidFill>
            <a:schemeClr val="accent1">
              <a:lumMod val="60000"/>
              <a:lumOff val="40000"/>
            </a:schemeClr>
          </a:solidFill>
          <a:ln w="2934" cap="flat">
            <a:noFill/>
            <a:prstDash val="solid"/>
            <a:miter/>
          </a:ln>
        </p:spPr>
        <p:txBody>
          <a:bodyPr rtlCol="0" anchor="ctr"/>
          <a:lstStyle/>
          <a:p>
            <a:endParaRPr lang="zh-CN" altLang="en-US"/>
          </a:p>
        </p:txBody>
      </p:sp>
      <p:sp>
        <p:nvSpPr>
          <p:cNvPr id="12" name="任意多边形: 形状 11"/>
          <p:cNvSpPr/>
          <p:nvPr userDrawn="1">
            <p:custDataLst>
              <p:tags r:id="rId7"/>
            </p:custDataLst>
          </p:nvPr>
        </p:nvSpPr>
        <p:spPr>
          <a:xfrm>
            <a:off x="0" y="5696299"/>
            <a:ext cx="1161701" cy="1161701"/>
          </a:xfrm>
          <a:custGeom>
            <a:avLst/>
            <a:gdLst>
              <a:gd name="connsiteX0" fmla="*/ 1161702 w 1161701"/>
              <a:gd name="connsiteY0" fmla="*/ 1161702 h 1161701"/>
              <a:gd name="connsiteX1" fmla="*/ 0 w 1161701"/>
              <a:gd name="connsiteY1" fmla="*/ 1161702 h 1161701"/>
              <a:gd name="connsiteX2" fmla="*/ 0 w 1161701"/>
              <a:gd name="connsiteY2" fmla="*/ 0 h 1161701"/>
              <a:gd name="connsiteX3" fmla="*/ 0 w 1161701"/>
              <a:gd name="connsiteY3" fmla="*/ 0 h 1161701"/>
              <a:gd name="connsiteX4" fmla="*/ 1161702 w 1161701"/>
              <a:gd name="connsiteY4" fmla="*/ 1161702 h 1161701"/>
              <a:gd name="connsiteX5" fmla="*/ 1161702 w 1161701"/>
              <a:gd name="connsiteY5" fmla="*/ 1161702 h 1161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701" h="1161701">
                <a:moveTo>
                  <a:pt x="1161702" y="1161702"/>
                </a:moveTo>
                <a:lnTo>
                  <a:pt x="0" y="1161702"/>
                </a:lnTo>
                <a:lnTo>
                  <a:pt x="0" y="0"/>
                </a:lnTo>
                <a:lnTo>
                  <a:pt x="0" y="0"/>
                </a:lnTo>
                <a:cubicBezTo>
                  <a:pt x="641576" y="0"/>
                  <a:pt x="1161702" y="520126"/>
                  <a:pt x="1161702" y="1161702"/>
                </a:cubicBezTo>
                <a:lnTo>
                  <a:pt x="1161702" y="1161702"/>
                </a:lnTo>
                <a:close/>
              </a:path>
            </a:pathLst>
          </a:custGeom>
          <a:solidFill>
            <a:schemeClr val="accent6"/>
          </a:solidFill>
          <a:ln w="2934" cap="flat">
            <a:noFill/>
            <a:prstDash val="solid"/>
            <a:miter/>
          </a:ln>
        </p:spPr>
        <p:txBody>
          <a:bodyPr rtlCol="0" anchor="ctr"/>
          <a:lstStyle/>
          <a:p>
            <a:endParaRPr lang="zh-CN" altLang="en-US"/>
          </a:p>
        </p:txBody>
      </p:sp>
      <p:sp>
        <p:nvSpPr>
          <p:cNvPr id="13" name="任意多边形: 形状 12"/>
          <p:cNvSpPr/>
          <p:nvPr userDrawn="1">
            <p:custDataLst>
              <p:tags r:id="rId8"/>
            </p:custDataLst>
          </p:nvPr>
        </p:nvSpPr>
        <p:spPr>
          <a:xfrm>
            <a:off x="866592" y="4689266"/>
            <a:ext cx="1515694" cy="757847"/>
          </a:xfrm>
          <a:custGeom>
            <a:avLst/>
            <a:gdLst>
              <a:gd name="connsiteX0" fmla="*/ 938749 w 1877497"/>
              <a:gd name="connsiteY0" fmla="*/ 938749 h 938748"/>
              <a:gd name="connsiteX1" fmla="*/ 1877498 w 1877497"/>
              <a:gd name="connsiteY1" fmla="*/ 0 h 938748"/>
              <a:gd name="connsiteX2" fmla="*/ 0 w 1877497"/>
              <a:gd name="connsiteY2" fmla="*/ 0 h 938748"/>
              <a:gd name="connsiteX3" fmla="*/ 938749 w 1877497"/>
              <a:gd name="connsiteY3" fmla="*/ 938749 h 938748"/>
            </a:gdLst>
            <a:ahLst/>
            <a:cxnLst>
              <a:cxn ang="0">
                <a:pos x="connsiteX0" y="connsiteY0"/>
              </a:cxn>
              <a:cxn ang="0">
                <a:pos x="connsiteX1" y="connsiteY1"/>
              </a:cxn>
              <a:cxn ang="0">
                <a:pos x="connsiteX2" y="connsiteY2"/>
              </a:cxn>
              <a:cxn ang="0">
                <a:pos x="connsiteX3" y="connsiteY3"/>
              </a:cxn>
            </a:cxnLst>
            <a:rect l="l" t="t" r="r" b="b"/>
            <a:pathLst>
              <a:path w="1877497" h="938748">
                <a:moveTo>
                  <a:pt x="938749" y="938749"/>
                </a:moveTo>
                <a:cubicBezTo>
                  <a:pt x="1457114" y="938749"/>
                  <a:pt x="1877498" y="518366"/>
                  <a:pt x="1877498" y="0"/>
                </a:cubicBezTo>
                <a:lnTo>
                  <a:pt x="0" y="0"/>
                </a:lnTo>
                <a:cubicBezTo>
                  <a:pt x="0" y="518366"/>
                  <a:pt x="420383" y="938749"/>
                  <a:pt x="938749" y="938749"/>
                </a:cubicBezTo>
                <a:close/>
              </a:path>
            </a:pathLst>
          </a:custGeom>
          <a:solidFill>
            <a:schemeClr val="accent1">
              <a:lumMod val="60000"/>
              <a:lumOff val="40000"/>
            </a:schemeClr>
          </a:solidFill>
          <a:ln w="2934" cap="flat">
            <a:noFill/>
            <a:prstDash val="solid"/>
            <a:miter/>
          </a:ln>
        </p:spPr>
        <p:txBody>
          <a:bodyPr rtlCol="0" anchor="ctr"/>
          <a:lstStyle/>
          <a:p>
            <a:endParaRPr lang="zh-CN" altLang="en-US"/>
          </a:p>
        </p:txBody>
      </p:sp>
      <p:sp>
        <p:nvSpPr>
          <p:cNvPr id="16" name="任意多边形: 形状 15"/>
          <p:cNvSpPr/>
          <p:nvPr userDrawn="1">
            <p:custDataLst>
              <p:tags r:id="rId9"/>
            </p:custDataLst>
          </p:nvPr>
        </p:nvSpPr>
        <p:spPr>
          <a:xfrm>
            <a:off x="762000" y="4178300"/>
            <a:ext cx="46355" cy="46355"/>
          </a:xfrm>
          <a:custGeom>
            <a:avLst/>
            <a:gdLst>
              <a:gd name="connsiteX0" fmla="*/ 0 w 55151"/>
              <a:gd name="connsiteY0" fmla="*/ 27282 h 55151"/>
              <a:gd name="connsiteX1" fmla="*/ 27576 w 55151"/>
              <a:gd name="connsiteY1" fmla="*/ 0 h 55151"/>
              <a:gd name="connsiteX2" fmla="*/ 55152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2" y="12028"/>
                  <a:pt x="55152" y="27282"/>
                </a:cubicBezTo>
                <a:cubicBezTo>
                  <a:pt x="55152" y="42830"/>
                  <a:pt x="42830" y="55151"/>
                  <a:pt x="27576" y="55151"/>
                </a:cubicBezTo>
                <a:cubicBezTo>
                  <a:pt x="12028" y="55151"/>
                  <a:pt x="0" y="42830"/>
                  <a:pt x="0" y="27282"/>
                </a:cubicBezTo>
                <a:close/>
              </a:path>
            </a:pathLst>
          </a:custGeom>
          <a:solidFill>
            <a:schemeClr val="accent6"/>
          </a:solidFill>
          <a:ln w="2934" cap="flat">
            <a:noFill/>
            <a:prstDash val="solid"/>
            <a:miter/>
          </a:ln>
        </p:spPr>
        <p:txBody>
          <a:bodyPr rtlCol="0" anchor="ctr"/>
          <a:lstStyle/>
          <a:p>
            <a:endParaRPr lang="zh-CN" altLang="en-US">
              <a:noFill/>
            </a:endParaRPr>
          </a:p>
        </p:txBody>
      </p:sp>
      <p:sp>
        <p:nvSpPr>
          <p:cNvPr id="17" name="任意多边形: 形状 16"/>
          <p:cNvSpPr/>
          <p:nvPr userDrawn="1">
            <p:custDataLst>
              <p:tags r:id="rId10"/>
            </p:custDataLst>
          </p:nvPr>
        </p:nvSpPr>
        <p:spPr>
          <a:xfrm>
            <a:off x="900430" y="4178300"/>
            <a:ext cx="46355" cy="46355"/>
          </a:xfrm>
          <a:custGeom>
            <a:avLst/>
            <a:gdLst>
              <a:gd name="connsiteX0" fmla="*/ 0 w 55151"/>
              <a:gd name="connsiteY0" fmla="*/ 27282 h 55151"/>
              <a:gd name="connsiteX1" fmla="*/ 27576 w 55151"/>
              <a:gd name="connsiteY1" fmla="*/ 0 h 55151"/>
              <a:gd name="connsiteX2" fmla="*/ 55152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2" y="12028"/>
                  <a:pt x="55152" y="27282"/>
                </a:cubicBezTo>
                <a:cubicBezTo>
                  <a:pt x="55152" y="42830"/>
                  <a:pt x="42830" y="55151"/>
                  <a:pt x="27576" y="55151"/>
                </a:cubicBezTo>
                <a:cubicBezTo>
                  <a:pt x="12028" y="55151"/>
                  <a:pt x="0" y="42830"/>
                  <a:pt x="0" y="27282"/>
                </a:cubicBezTo>
                <a:close/>
              </a:path>
            </a:pathLst>
          </a:custGeom>
          <a:solidFill>
            <a:schemeClr val="accent6"/>
          </a:solidFill>
          <a:ln w="2934" cap="flat">
            <a:noFill/>
            <a:prstDash val="solid"/>
            <a:miter/>
          </a:ln>
        </p:spPr>
        <p:txBody>
          <a:bodyPr rtlCol="0" anchor="ctr"/>
          <a:lstStyle/>
          <a:p>
            <a:endParaRPr lang="zh-CN" altLang="en-US">
              <a:noFill/>
            </a:endParaRPr>
          </a:p>
        </p:txBody>
      </p:sp>
      <p:sp>
        <p:nvSpPr>
          <p:cNvPr id="19" name="任意多边形: 形状 18"/>
          <p:cNvSpPr/>
          <p:nvPr userDrawn="1">
            <p:custDataLst>
              <p:tags r:id="rId11"/>
            </p:custDataLst>
          </p:nvPr>
        </p:nvSpPr>
        <p:spPr>
          <a:xfrm>
            <a:off x="1038225" y="4178300"/>
            <a:ext cx="46355" cy="46355"/>
          </a:xfrm>
          <a:custGeom>
            <a:avLst/>
            <a:gdLst>
              <a:gd name="connsiteX0" fmla="*/ 0 w 55151"/>
              <a:gd name="connsiteY0" fmla="*/ 27282 h 55151"/>
              <a:gd name="connsiteX1" fmla="*/ 27576 w 55151"/>
              <a:gd name="connsiteY1" fmla="*/ 0 h 55151"/>
              <a:gd name="connsiteX2" fmla="*/ 55151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1" y="12028"/>
                  <a:pt x="55151" y="27282"/>
                </a:cubicBezTo>
                <a:cubicBezTo>
                  <a:pt x="55151" y="42830"/>
                  <a:pt x="42830" y="55151"/>
                  <a:pt x="27576" y="55151"/>
                </a:cubicBezTo>
                <a:cubicBezTo>
                  <a:pt x="12028" y="55151"/>
                  <a:pt x="0" y="42830"/>
                  <a:pt x="0" y="27282"/>
                </a:cubicBezTo>
                <a:close/>
              </a:path>
            </a:pathLst>
          </a:custGeom>
          <a:solidFill>
            <a:schemeClr val="accent6"/>
          </a:solidFill>
          <a:ln w="2934" cap="flat">
            <a:noFill/>
            <a:prstDash val="solid"/>
            <a:miter/>
          </a:ln>
        </p:spPr>
        <p:txBody>
          <a:bodyPr rtlCol="0" anchor="ctr"/>
          <a:lstStyle/>
          <a:p>
            <a:endParaRPr lang="zh-CN" altLang="en-US">
              <a:noFill/>
            </a:endParaRPr>
          </a:p>
        </p:txBody>
      </p:sp>
      <p:sp>
        <p:nvSpPr>
          <p:cNvPr id="21" name="任意多边形: 形状 20"/>
          <p:cNvSpPr/>
          <p:nvPr userDrawn="1">
            <p:custDataLst>
              <p:tags r:id="rId12"/>
            </p:custDataLst>
          </p:nvPr>
        </p:nvSpPr>
        <p:spPr>
          <a:xfrm>
            <a:off x="1176655" y="4178300"/>
            <a:ext cx="46355" cy="46355"/>
          </a:xfrm>
          <a:custGeom>
            <a:avLst/>
            <a:gdLst>
              <a:gd name="connsiteX0" fmla="*/ 0 w 55151"/>
              <a:gd name="connsiteY0" fmla="*/ 27282 h 55151"/>
              <a:gd name="connsiteX1" fmla="*/ 27576 w 55151"/>
              <a:gd name="connsiteY1" fmla="*/ 0 h 55151"/>
              <a:gd name="connsiteX2" fmla="*/ 55151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1" y="12028"/>
                  <a:pt x="55151" y="27282"/>
                </a:cubicBezTo>
                <a:cubicBezTo>
                  <a:pt x="55151" y="42830"/>
                  <a:pt x="42830" y="55151"/>
                  <a:pt x="27576" y="55151"/>
                </a:cubicBezTo>
                <a:cubicBezTo>
                  <a:pt x="12028" y="55151"/>
                  <a:pt x="0" y="42830"/>
                  <a:pt x="0" y="27282"/>
                </a:cubicBezTo>
                <a:close/>
              </a:path>
            </a:pathLst>
          </a:custGeom>
          <a:solidFill>
            <a:schemeClr val="accent6"/>
          </a:solidFill>
          <a:ln w="2934" cap="flat">
            <a:noFill/>
            <a:prstDash val="solid"/>
            <a:miter/>
          </a:ln>
        </p:spPr>
        <p:txBody>
          <a:bodyPr rtlCol="0" anchor="ctr"/>
          <a:lstStyle/>
          <a:p>
            <a:endParaRPr lang="zh-CN" altLang="en-US">
              <a:noFill/>
            </a:endParaRPr>
          </a:p>
        </p:txBody>
      </p:sp>
      <p:sp>
        <p:nvSpPr>
          <p:cNvPr id="22" name="任意多边形: 形状 21"/>
          <p:cNvSpPr/>
          <p:nvPr userDrawn="1">
            <p:custDataLst>
              <p:tags r:id="rId13"/>
            </p:custDataLst>
          </p:nvPr>
        </p:nvSpPr>
        <p:spPr>
          <a:xfrm>
            <a:off x="1315085" y="4178300"/>
            <a:ext cx="46355" cy="46355"/>
          </a:xfrm>
          <a:custGeom>
            <a:avLst/>
            <a:gdLst>
              <a:gd name="connsiteX0" fmla="*/ 0 w 55151"/>
              <a:gd name="connsiteY0" fmla="*/ 27282 h 55151"/>
              <a:gd name="connsiteX1" fmla="*/ 27576 w 55151"/>
              <a:gd name="connsiteY1" fmla="*/ 0 h 55151"/>
              <a:gd name="connsiteX2" fmla="*/ 55151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1" y="12028"/>
                  <a:pt x="55151" y="27282"/>
                </a:cubicBezTo>
                <a:cubicBezTo>
                  <a:pt x="55151" y="42830"/>
                  <a:pt x="42830" y="55151"/>
                  <a:pt x="27576" y="55151"/>
                </a:cubicBezTo>
                <a:cubicBezTo>
                  <a:pt x="12028" y="55151"/>
                  <a:pt x="0" y="42830"/>
                  <a:pt x="0" y="27282"/>
                </a:cubicBezTo>
                <a:close/>
              </a:path>
            </a:pathLst>
          </a:custGeom>
          <a:solidFill>
            <a:schemeClr val="accent6"/>
          </a:solidFill>
          <a:ln w="2934" cap="flat">
            <a:noFill/>
            <a:prstDash val="solid"/>
            <a:miter/>
          </a:ln>
        </p:spPr>
        <p:txBody>
          <a:bodyPr rtlCol="0" anchor="ctr"/>
          <a:lstStyle/>
          <a:p>
            <a:endParaRPr lang="zh-CN" altLang="en-US">
              <a:noFill/>
            </a:endParaRPr>
          </a:p>
        </p:txBody>
      </p:sp>
      <p:sp>
        <p:nvSpPr>
          <p:cNvPr id="23" name="任意多边形: 形状 22"/>
          <p:cNvSpPr/>
          <p:nvPr userDrawn="1">
            <p:custDataLst>
              <p:tags r:id="rId14"/>
            </p:custDataLst>
          </p:nvPr>
        </p:nvSpPr>
        <p:spPr>
          <a:xfrm>
            <a:off x="1453515" y="4178300"/>
            <a:ext cx="46355" cy="46355"/>
          </a:xfrm>
          <a:custGeom>
            <a:avLst/>
            <a:gdLst>
              <a:gd name="connsiteX0" fmla="*/ 0 w 55151"/>
              <a:gd name="connsiteY0" fmla="*/ 27282 h 55151"/>
              <a:gd name="connsiteX1" fmla="*/ 27576 w 55151"/>
              <a:gd name="connsiteY1" fmla="*/ 0 h 55151"/>
              <a:gd name="connsiteX2" fmla="*/ 55151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1" y="12028"/>
                  <a:pt x="55151" y="27282"/>
                </a:cubicBezTo>
                <a:cubicBezTo>
                  <a:pt x="55151" y="42830"/>
                  <a:pt x="42830" y="55151"/>
                  <a:pt x="27576" y="55151"/>
                </a:cubicBezTo>
                <a:cubicBezTo>
                  <a:pt x="12028" y="55151"/>
                  <a:pt x="0" y="42830"/>
                  <a:pt x="0" y="27282"/>
                </a:cubicBezTo>
                <a:close/>
              </a:path>
            </a:pathLst>
          </a:custGeom>
          <a:solidFill>
            <a:schemeClr val="accent6"/>
          </a:solidFill>
          <a:ln w="2934" cap="flat">
            <a:noFill/>
            <a:prstDash val="solid"/>
            <a:miter/>
          </a:ln>
        </p:spPr>
        <p:txBody>
          <a:bodyPr rtlCol="0" anchor="ctr"/>
          <a:lstStyle/>
          <a:p>
            <a:endParaRPr lang="zh-CN" altLang="en-US">
              <a:noFill/>
            </a:endParaRPr>
          </a:p>
        </p:txBody>
      </p:sp>
      <p:sp>
        <p:nvSpPr>
          <p:cNvPr id="25" name="任意多边形: 形状 24"/>
          <p:cNvSpPr/>
          <p:nvPr userDrawn="1">
            <p:custDataLst>
              <p:tags r:id="rId15"/>
            </p:custDataLst>
          </p:nvPr>
        </p:nvSpPr>
        <p:spPr>
          <a:xfrm>
            <a:off x="762000" y="4445000"/>
            <a:ext cx="46355" cy="46355"/>
          </a:xfrm>
          <a:custGeom>
            <a:avLst/>
            <a:gdLst>
              <a:gd name="connsiteX0" fmla="*/ 0 w 55151"/>
              <a:gd name="connsiteY0" fmla="*/ 27282 h 55151"/>
              <a:gd name="connsiteX1" fmla="*/ 27576 w 55151"/>
              <a:gd name="connsiteY1" fmla="*/ 0 h 55151"/>
              <a:gd name="connsiteX2" fmla="*/ 55152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2" y="12028"/>
                  <a:pt x="55152" y="27282"/>
                </a:cubicBezTo>
                <a:cubicBezTo>
                  <a:pt x="55152" y="42830"/>
                  <a:pt x="42830" y="55151"/>
                  <a:pt x="27576" y="55151"/>
                </a:cubicBezTo>
                <a:cubicBezTo>
                  <a:pt x="12028" y="55151"/>
                  <a:pt x="0" y="42830"/>
                  <a:pt x="0" y="27282"/>
                </a:cubicBezTo>
                <a:close/>
              </a:path>
            </a:pathLst>
          </a:custGeom>
          <a:solidFill>
            <a:schemeClr val="accent6"/>
          </a:solidFill>
          <a:ln w="2934" cap="flat">
            <a:noFill/>
            <a:prstDash val="solid"/>
            <a:miter/>
          </a:ln>
        </p:spPr>
        <p:txBody>
          <a:bodyPr rtlCol="0" anchor="ctr"/>
          <a:lstStyle/>
          <a:p>
            <a:endParaRPr lang="zh-CN" altLang="en-US">
              <a:noFill/>
            </a:endParaRPr>
          </a:p>
        </p:txBody>
      </p:sp>
      <p:sp>
        <p:nvSpPr>
          <p:cNvPr id="26" name="任意多边形: 形状 25"/>
          <p:cNvSpPr/>
          <p:nvPr userDrawn="1">
            <p:custDataLst>
              <p:tags r:id="rId16"/>
            </p:custDataLst>
          </p:nvPr>
        </p:nvSpPr>
        <p:spPr>
          <a:xfrm>
            <a:off x="900430" y="4445000"/>
            <a:ext cx="46355" cy="46355"/>
          </a:xfrm>
          <a:custGeom>
            <a:avLst/>
            <a:gdLst>
              <a:gd name="connsiteX0" fmla="*/ 0 w 55151"/>
              <a:gd name="connsiteY0" fmla="*/ 27282 h 55151"/>
              <a:gd name="connsiteX1" fmla="*/ 27576 w 55151"/>
              <a:gd name="connsiteY1" fmla="*/ 0 h 55151"/>
              <a:gd name="connsiteX2" fmla="*/ 55152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2" y="12028"/>
                  <a:pt x="55152" y="27282"/>
                </a:cubicBezTo>
                <a:cubicBezTo>
                  <a:pt x="55152" y="42830"/>
                  <a:pt x="42830" y="55151"/>
                  <a:pt x="27576" y="55151"/>
                </a:cubicBezTo>
                <a:cubicBezTo>
                  <a:pt x="12028" y="55151"/>
                  <a:pt x="0" y="42830"/>
                  <a:pt x="0" y="27282"/>
                </a:cubicBezTo>
                <a:close/>
              </a:path>
            </a:pathLst>
          </a:custGeom>
          <a:solidFill>
            <a:schemeClr val="accent6"/>
          </a:solidFill>
          <a:ln w="2934" cap="flat">
            <a:noFill/>
            <a:prstDash val="solid"/>
            <a:miter/>
          </a:ln>
        </p:spPr>
        <p:txBody>
          <a:bodyPr rtlCol="0" anchor="ctr"/>
          <a:lstStyle/>
          <a:p>
            <a:endParaRPr lang="zh-CN" altLang="en-US">
              <a:noFill/>
            </a:endParaRPr>
          </a:p>
        </p:txBody>
      </p:sp>
      <p:sp>
        <p:nvSpPr>
          <p:cNvPr id="27" name="任意多边形: 形状 26"/>
          <p:cNvSpPr/>
          <p:nvPr userDrawn="1">
            <p:custDataLst>
              <p:tags r:id="rId17"/>
            </p:custDataLst>
          </p:nvPr>
        </p:nvSpPr>
        <p:spPr>
          <a:xfrm>
            <a:off x="1038225" y="4445000"/>
            <a:ext cx="46355" cy="46355"/>
          </a:xfrm>
          <a:custGeom>
            <a:avLst/>
            <a:gdLst>
              <a:gd name="connsiteX0" fmla="*/ 0 w 55151"/>
              <a:gd name="connsiteY0" fmla="*/ 27282 h 55151"/>
              <a:gd name="connsiteX1" fmla="*/ 27576 w 55151"/>
              <a:gd name="connsiteY1" fmla="*/ 0 h 55151"/>
              <a:gd name="connsiteX2" fmla="*/ 55151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1" y="12028"/>
                  <a:pt x="55151" y="27282"/>
                </a:cubicBezTo>
                <a:cubicBezTo>
                  <a:pt x="55151" y="42830"/>
                  <a:pt x="42830" y="55151"/>
                  <a:pt x="27576" y="55151"/>
                </a:cubicBezTo>
                <a:cubicBezTo>
                  <a:pt x="12028" y="55151"/>
                  <a:pt x="0" y="42830"/>
                  <a:pt x="0" y="27282"/>
                </a:cubicBezTo>
                <a:close/>
              </a:path>
            </a:pathLst>
          </a:custGeom>
          <a:solidFill>
            <a:schemeClr val="accent6"/>
          </a:solidFill>
          <a:ln w="2934" cap="flat">
            <a:noFill/>
            <a:prstDash val="solid"/>
            <a:miter/>
          </a:ln>
        </p:spPr>
        <p:txBody>
          <a:bodyPr rtlCol="0" anchor="ctr"/>
          <a:lstStyle/>
          <a:p>
            <a:endParaRPr lang="zh-CN" altLang="en-US">
              <a:noFill/>
            </a:endParaRPr>
          </a:p>
        </p:txBody>
      </p:sp>
      <p:sp>
        <p:nvSpPr>
          <p:cNvPr id="28" name="任意多边形: 形状 27"/>
          <p:cNvSpPr/>
          <p:nvPr userDrawn="1">
            <p:custDataLst>
              <p:tags r:id="rId18"/>
            </p:custDataLst>
          </p:nvPr>
        </p:nvSpPr>
        <p:spPr>
          <a:xfrm>
            <a:off x="1176655" y="4445000"/>
            <a:ext cx="46355" cy="46355"/>
          </a:xfrm>
          <a:custGeom>
            <a:avLst/>
            <a:gdLst>
              <a:gd name="connsiteX0" fmla="*/ 0 w 55151"/>
              <a:gd name="connsiteY0" fmla="*/ 27282 h 55151"/>
              <a:gd name="connsiteX1" fmla="*/ 27576 w 55151"/>
              <a:gd name="connsiteY1" fmla="*/ 0 h 55151"/>
              <a:gd name="connsiteX2" fmla="*/ 55151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1" y="12028"/>
                  <a:pt x="55151" y="27282"/>
                </a:cubicBezTo>
                <a:cubicBezTo>
                  <a:pt x="55151" y="42830"/>
                  <a:pt x="42830" y="55151"/>
                  <a:pt x="27576" y="55151"/>
                </a:cubicBezTo>
                <a:cubicBezTo>
                  <a:pt x="12028" y="55151"/>
                  <a:pt x="0" y="42830"/>
                  <a:pt x="0" y="27282"/>
                </a:cubicBezTo>
                <a:close/>
              </a:path>
            </a:pathLst>
          </a:custGeom>
          <a:solidFill>
            <a:schemeClr val="accent6"/>
          </a:solidFill>
          <a:ln w="2934" cap="flat">
            <a:noFill/>
            <a:prstDash val="solid"/>
            <a:miter/>
          </a:ln>
        </p:spPr>
        <p:txBody>
          <a:bodyPr rtlCol="0" anchor="ctr"/>
          <a:lstStyle/>
          <a:p>
            <a:endParaRPr lang="zh-CN" altLang="en-US">
              <a:noFill/>
            </a:endParaRPr>
          </a:p>
        </p:txBody>
      </p:sp>
      <p:sp>
        <p:nvSpPr>
          <p:cNvPr id="29" name="任意多边形: 形状 28"/>
          <p:cNvSpPr/>
          <p:nvPr userDrawn="1">
            <p:custDataLst>
              <p:tags r:id="rId19"/>
            </p:custDataLst>
          </p:nvPr>
        </p:nvSpPr>
        <p:spPr>
          <a:xfrm>
            <a:off x="1315085" y="4445000"/>
            <a:ext cx="46355" cy="46355"/>
          </a:xfrm>
          <a:custGeom>
            <a:avLst/>
            <a:gdLst>
              <a:gd name="connsiteX0" fmla="*/ 0 w 55151"/>
              <a:gd name="connsiteY0" fmla="*/ 27282 h 55151"/>
              <a:gd name="connsiteX1" fmla="*/ 27576 w 55151"/>
              <a:gd name="connsiteY1" fmla="*/ 0 h 55151"/>
              <a:gd name="connsiteX2" fmla="*/ 55151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1" y="12028"/>
                  <a:pt x="55151" y="27282"/>
                </a:cubicBezTo>
                <a:cubicBezTo>
                  <a:pt x="55151" y="42830"/>
                  <a:pt x="42830" y="55151"/>
                  <a:pt x="27576" y="55151"/>
                </a:cubicBezTo>
                <a:cubicBezTo>
                  <a:pt x="12028" y="55151"/>
                  <a:pt x="0" y="42830"/>
                  <a:pt x="0" y="27282"/>
                </a:cubicBezTo>
                <a:close/>
              </a:path>
            </a:pathLst>
          </a:custGeom>
          <a:solidFill>
            <a:schemeClr val="accent6"/>
          </a:solidFill>
          <a:ln w="2934" cap="flat">
            <a:noFill/>
            <a:prstDash val="solid"/>
            <a:miter/>
          </a:ln>
        </p:spPr>
        <p:txBody>
          <a:bodyPr rtlCol="0" anchor="ctr"/>
          <a:lstStyle/>
          <a:p>
            <a:endParaRPr lang="zh-CN" altLang="en-US">
              <a:noFill/>
            </a:endParaRPr>
          </a:p>
        </p:txBody>
      </p:sp>
      <p:sp>
        <p:nvSpPr>
          <p:cNvPr id="30" name="任意多边形: 形状 29"/>
          <p:cNvSpPr/>
          <p:nvPr userDrawn="1">
            <p:custDataLst>
              <p:tags r:id="rId20"/>
            </p:custDataLst>
          </p:nvPr>
        </p:nvSpPr>
        <p:spPr>
          <a:xfrm>
            <a:off x="1453515" y="4445000"/>
            <a:ext cx="46355" cy="46355"/>
          </a:xfrm>
          <a:custGeom>
            <a:avLst/>
            <a:gdLst>
              <a:gd name="connsiteX0" fmla="*/ 0 w 55151"/>
              <a:gd name="connsiteY0" fmla="*/ 27282 h 55151"/>
              <a:gd name="connsiteX1" fmla="*/ 27576 w 55151"/>
              <a:gd name="connsiteY1" fmla="*/ 0 h 55151"/>
              <a:gd name="connsiteX2" fmla="*/ 55151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1" y="12028"/>
                  <a:pt x="55151" y="27282"/>
                </a:cubicBezTo>
                <a:cubicBezTo>
                  <a:pt x="55151" y="42830"/>
                  <a:pt x="42830" y="55151"/>
                  <a:pt x="27576" y="55151"/>
                </a:cubicBezTo>
                <a:cubicBezTo>
                  <a:pt x="12028" y="55151"/>
                  <a:pt x="0" y="42830"/>
                  <a:pt x="0" y="27282"/>
                </a:cubicBezTo>
                <a:close/>
              </a:path>
            </a:pathLst>
          </a:custGeom>
          <a:solidFill>
            <a:schemeClr val="accent6"/>
          </a:solidFill>
          <a:ln w="2934" cap="flat">
            <a:noFill/>
            <a:prstDash val="solid"/>
            <a:miter/>
          </a:ln>
        </p:spPr>
        <p:txBody>
          <a:bodyPr rtlCol="0" anchor="ctr"/>
          <a:lstStyle/>
          <a:p>
            <a:endParaRPr lang="zh-CN" altLang="en-US">
              <a:noFill/>
            </a:endParaRPr>
          </a:p>
        </p:txBody>
      </p:sp>
      <p:sp>
        <p:nvSpPr>
          <p:cNvPr id="31" name="任意多边形: 形状 30"/>
          <p:cNvSpPr/>
          <p:nvPr userDrawn="1">
            <p:custDataLst>
              <p:tags r:id="rId21"/>
            </p:custDataLst>
          </p:nvPr>
        </p:nvSpPr>
        <p:spPr>
          <a:xfrm>
            <a:off x="762000" y="4711065"/>
            <a:ext cx="46355" cy="46355"/>
          </a:xfrm>
          <a:custGeom>
            <a:avLst/>
            <a:gdLst>
              <a:gd name="connsiteX0" fmla="*/ 0 w 55151"/>
              <a:gd name="connsiteY0" fmla="*/ 27283 h 55151"/>
              <a:gd name="connsiteX1" fmla="*/ 27576 w 55151"/>
              <a:gd name="connsiteY1" fmla="*/ 0 h 55151"/>
              <a:gd name="connsiteX2" fmla="*/ 55152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2" y="12028"/>
                  <a:pt x="55152" y="27283"/>
                </a:cubicBezTo>
                <a:cubicBezTo>
                  <a:pt x="55152" y="42831"/>
                  <a:pt x="42830" y="55152"/>
                  <a:pt x="27576" y="55152"/>
                </a:cubicBezTo>
                <a:cubicBezTo>
                  <a:pt x="12028" y="55152"/>
                  <a:pt x="0" y="42831"/>
                  <a:pt x="0" y="27283"/>
                </a:cubicBezTo>
                <a:close/>
              </a:path>
            </a:pathLst>
          </a:custGeom>
          <a:solidFill>
            <a:schemeClr val="accent6"/>
          </a:solidFill>
          <a:ln w="2934" cap="flat">
            <a:noFill/>
            <a:prstDash val="solid"/>
            <a:miter/>
          </a:ln>
        </p:spPr>
        <p:txBody>
          <a:bodyPr rtlCol="0" anchor="ctr"/>
          <a:lstStyle/>
          <a:p>
            <a:endParaRPr lang="zh-CN" altLang="en-US">
              <a:noFill/>
            </a:endParaRPr>
          </a:p>
        </p:txBody>
      </p:sp>
      <p:sp>
        <p:nvSpPr>
          <p:cNvPr id="32" name="任意多边形: 形状 31"/>
          <p:cNvSpPr/>
          <p:nvPr userDrawn="1">
            <p:custDataLst>
              <p:tags r:id="rId22"/>
            </p:custDataLst>
          </p:nvPr>
        </p:nvSpPr>
        <p:spPr>
          <a:xfrm>
            <a:off x="900430" y="4711065"/>
            <a:ext cx="46355" cy="46355"/>
          </a:xfrm>
          <a:custGeom>
            <a:avLst/>
            <a:gdLst>
              <a:gd name="connsiteX0" fmla="*/ 0 w 55151"/>
              <a:gd name="connsiteY0" fmla="*/ 27283 h 55151"/>
              <a:gd name="connsiteX1" fmla="*/ 27576 w 55151"/>
              <a:gd name="connsiteY1" fmla="*/ 0 h 55151"/>
              <a:gd name="connsiteX2" fmla="*/ 55152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2" y="12028"/>
                  <a:pt x="55152" y="27283"/>
                </a:cubicBezTo>
                <a:cubicBezTo>
                  <a:pt x="55152" y="42831"/>
                  <a:pt x="42830" y="55152"/>
                  <a:pt x="27576" y="55152"/>
                </a:cubicBezTo>
                <a:cubicBezTo>
                  <a:pt x="12028" y="55152"/>
                  <a:pt x="0" y="42831"/>
                  <a:pt x="0" y="27283"/>
                </a:cubicBezTo>
                <a:close/>
              </a:path>
            </a:pathLst>
          </a:custGeom>
          <a:solidFill>
            <a:schemeClr val="accent6"/>
          </a:solidFill>
          <a:ln w="2934" cap="flat">
            <a:noFill/>
            <a:prstDash val="solid"/>
            <a:miter/>
          </a:ln>
        </p:spPr>
        <p:txBody>
          <a:bodyPr rtlCol="0" anchor="ctr"/>
          <a:lstStyle/>
          <a:p>
            <a:endParaRPr lang="zh-CN" altLang="en-US">
              <a:noFill/>
            </a:endParaRPr>
          </a:p>
        </p:txBody>
      </p:sp>
      <p:sp>
        <p:nvSpPr>
          <p:cNvPr id="33" name="任意多边形: 形状 32"/>
          <p:cNvSpPr/>
          <p:nvPr userDrawn="1">
            <p:custDataLst>
              <p:tags r:id="rId23"/>
            </p:custDataLst>
          </p:nvPr>
        </p:nvSpPr>
        <p:spPr>
          <a:xfrm>
            <a:off x="1038225" y="4711065"/>
            <a:ext cx="46355" cy="46355"/>
          </a:xfrm>
          <a:custGeom>
            <a:avLst/>
            <a:gdLst>
              <a:gd name="connsiteX0" fmla="*/ 0 w 55151"/>
              <a:gd name="connsiteY0" fmla="*/ 27283 h 55151"/>
              <a:gd name="connsiteX1" fmla="*/ 27576 w 55151"/>
              <a:gd name="connsiteY1" fmla="*/ 0 h 55151"/>
              <a:gd name="connsiteX2" fmla="*/ 55151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1" y="12028"/>
                  <a:pt x="55151" y="27283"/>
                </a:cubicBezTo>
                <a:cubicBezTo>
                  <a:pt x="55151" y="42831"/>
                  <a:pt x="42830" y="55152"/>
                  <a:pt x="27576" y="55152"/>
                </a:cubicBezTo>
                <a:cubicBezTo>
                  <a:pt x="12028" y="55152"/>
                  <a:pt x="0" y="42831"/>
                  <a:pt x="0" y="27283"/>
                </a:cubicBezTo>
                <a:close/>
              </a:path>
            </a:pathLst>
          </a:custGeom>
          <a:solidFill>
            <a:schemeClr val="accent6"/>
          </a:solidFill>
          <a:ln w="2934" cap="flat">
            <a:noFill/>
            <a:prstDash val="solid"/>
            <a:miter/>
          </a:ln>
        </p:spPr>
        <p:txBody>
          <a:bodyPr rtlCol="0" anchor="ctr"/>
          <a:lstStyle/>
          <a:p>
            <a:endParaRPr lang="zh-CN" altLang="en-US">
              <a:noFill/>
            </a:endParaRPr>
          </a:p>
        </p:txBody>
      </p:sp>
      <p:sp>
        <p:nvSpPr>
          <p:cNvPr id="34" name="任意多边形: 形状 33"/>
          <p:cNvSpPr/>
          <p:nvPr userDrawn="1">
            <p:custDataLst>
              <p:tags r:id="rId24"/>
            </p:custDataLst>
          </p:nvPr>
        </p:nvSpPr>
        <p:spPr>
          <a:xfrm>
            <a:off x="1176655" y="4711065"/>
            <a:ext cx="46355" cy="46355"/>
          </a:xfrm>
          <a:custGeom>
            <a:avLst/>
            <a:gdLst>
              <a:gd name="connsiteX0" fmla="*/ 0 w 55151"/>
              <a:gd name="connsiteY0" fmla="*/ 27283 h 55151"/>
              <a:gd name="connsiteX1" fmla="*/ 27576 w 55151"/>
              <a:gd name="connsiteY1" fmla="*/ 0 h 55151"/>
              <a:gd name="connsiteX2" fmla="*/ 55151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1" y="12028"/>
                  <a:pt x="55151" y="27283"/>
                </a:cubicBezTo>
                <a:cubicBezTo>
                  <a:pt x="55151" y="42831"/>
                  <a:pt x="42830" y="55152"/>
                  <a:pt x="27576" y="55152"/>
                </a:cubicBezTo>
                <a:cubicBezTo>
                  <a:pt x="12028" y="55152"/>
                  <a:pt x="0" y="42831"/>
                  <a:pt x="0" y="27283"/>
                </a:cubicBezTo>
                <a:close/>
              </a:path>
            </a:pathLst>
          </a:custGeom>
          <a:solidFill>
            <a:schemeClr val="accent6"/>
          </a:solidFill>
          <a:ln w="2934" cap="flat">
            <a:noFill/>
            <a:prstDash val="solid"/>
            <a:miter/>
          </a:ln>
        </p:spPr>
        <p:txBody>
          <a:bodyPr rtlCol="0" anchor="ctr"/>
          <a:lstStyle/>
          <a:p>
            <a:endParaRPr lang="zh-CN" altLang="en-US">
              <a:noFill/>
            </a:endParaRPr>
          </a:p>
        </p:txBody>
      </p:sp>
      <p:sp>
        <p:nvSpPr>
          <p:cNvPr id="35" name="任意多边形: 形状 34"/>
          <p:cNvSpPr/>
          <p:nvPr userDrawn="1">
            <p:custDataLst>
              <p:tags r:id="rId25"/>
            </p:custDataLst>
          </p:nvPr>
        </p:nvSpPr>
        <p:spPr>
          <a:xfrm>
            <a:off x="1315085" y="4711065"/>
            <a:ext cx="46355" cy="46355"/>
          </a:xfrm>
          <a:custGeom>
            <a:avLst/>
            <a:gdLst>
              <a:gd name="connsiteX0" fmla="*/ 0 w 55151"/>
              <a:gd name="connsiteY0" fmla="*/ 27283 h 55151"/>
              <a:gd name="connsiteX1" fmla="*/ 27576 w 55151"/>
              <a:gd name="connsiteY1" fmla="*/ 0 h 55151"/>
              <a:gd name="connsiteX2" fmla="*/ 55151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1" y="12028"/>
                  <a:pt x="55151" y="27283"/>
                </a:cubicBezTo>
                <a:cubicBezTo>
                  <a:pt x="55151" y="42831"/>
                  <a:pt x="42830" y="55152"/>
                  <a:pt x="27576" y="55152"/>
                </a:cubicBezTo>
                <a:cubicBezTo>
                  <a:pt x="12028" y="55152"/>
                  <a:pt x="0" y="42831"/>
                  <a:pt x="0" y="27283"/>
                </a:cubicBezTo>
                <a:close/>
              </a:path>
            </a:pathLst>
          </a:custGeom>
          <a:solidFill>
            <a:schemeClr val="accent6"/>
          </a:solidFill>
          <a:ln w="2934" cap="flat">
            <a:noFill/>
            <a:prstDash val="solid"/>
            <a:miter/>
          </a:ln>
        </p:spPr>
        <p:txBody>
          <a:bodyPr rtlCol="0" anchor="ctr"/>
          <a:lstStyle/>
          <a:p>
            <a:endParaRPr lang="zh-CN" altLang="en-US">
              <a:noFill/>
            </a:endParaRPr>
          </a:p>
        </p:txBody>
      </p:sp>
      <p:sp>
        <p:nvSpPr>
          <p:cNvPr id="36" name="任意多边形: 形状 35"/>
          <p:cNvSpPr/>
          <p:nvPr userDrawn="1">
            <p:custDataLst>
              <p:tags r:id="rId26"/>
            </p:custDataLst>
          </p:nvPr>
        </p:nvSpPr>
        <p:spPr>
          <a:xfrm>
            <a:off x="1453515" y="4711065"/>
            <a:ext cx="46355" cy="46355"/>
          </a:xfrm>
          <a:custGeom>
            <a:avLst/>
            <a:gdLst>
              <a:gd name="connsiteX0" fmla="*/ 0 w 55151"/>
              <a:gd name="connsiteY0" fmla="*/ 27283 h 55151"/>
              <a:gd name="connsiteX1" fmla="*/ 27576 w 55151"/>
              <a:gd name="connsiteY1" fmla="*/ 0 h 55151"/>
              <a:gd name="connsiteX2" fmla="*/ 55151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1" y="12028"/>
                  <a:pt x="55151" y="27283"/>
                </a:cubicBezTo>
                <a:cubicBezTo>
                  <a:pt x="55151" y="42831"/>
                  <a:pt x="42830" y="55152"/>
                  <a:pt x="27576" y="55152"/>
                </a:cubicBezTo>
                <a:cubicBezTo>
                  <a:pt x="12028" y="55152"/>
                  <a:pt x="0" y="42831"/>
                  <a:pt x="0" y="27283"/>
                </a:cubicBezTo>
                <a:close/>
              </a:path>
            </a:pathLst>
          </a:custGeom>
          <a:solidFill>
            <a:schemeClr val="accent6"/>
          </a:solidFill>
          <a:ln w="2934" cap="flat">
            <a:noFill/>
            <a:prstDash val="solid"/>
            <a:miter/>
          </a:ln>
        </p:spPr>
        <p:txBody>
          <a:bodyPr rtlCol="0" anchor="ctr"/>
          <a:lstStyle/>
          <a:p>
            <a:endParaRPr lang="zh-CN" altLang="en-US">
              <a:noFill/>
            </a:endParaRPr>
          </a:p>
        </p:txBody>
      </p:sp>
      <p:sp>
        <p:nvSpPr>
          <p:cNvPr id="37" name="任意多边形: 形状 36"/>
          <p:cNvSpPr/>
          <p:nvPr userDrawn="1">
            <p:custDataLst>
              <p:tags r:id="rId27"/>
            </p:custDataLst>
          </p:nvPr>
        </p:nvSpPr>
        <p:spPr>
          <a:xfrm>
            <a:off x="762000" y="4977765"/>
            <a:ext cx="46355" cy="46355"/>
          </a:xfrm>
          <a:custGeom>
            <a:avLst/>
            <a:gdLst>
              <a:gd name="connsiteX0" fmla="*/ 0 w 55151"/>
              <a:gd name="connsiteY0" fmla="*/ 27283 h 55151"/>
              <a:gd name="connsiteX1" fmla="*/ 27576 w 55151"/>
              <a:gd name="connsiteY1" fmla="*/ 0 h 55151"/>
              <a:gd name="connsiteX2" fmla="*/ 55152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2" y="12028"/>
                  <a:pt x="55152" y="27283"/>
                </a:cubicBezTo>
                <a:cubicBezTo>
                  <a:pt x="55152" y="42830"/>
                  <a:pt x="42830" y="55152"/>
                  <a:pt x="27576" y="55152"/>
                </a:cubicBezTo>
                <a:cubicBezTo>
                  <a:pt x="12028" y="55152"/>
                  <a:pt x="0" y="42830"/>
                  <a:pt x="0" y="27283"/>
                </a:cubicBezTo>
                <a:close/>
              </a:path>
            </a:pathLst>
          </a:custGeom>
          <a:solidFill>
            <a:schemeClr val="accent6"/>
          </a:solidFill>
          <a:ln w="2934" cap="flat">
            <a:noFill/>
            <a:prstDash val="solid"/>
            <a:miter/>
          </a:ln>
        </p:spPr>
        <p:txBody>
          <a:bodyPr rtlCol="0" anchor="ctr"/>
          <a:lstStyle/>
          <a:p>
            <a:endParaRPr lang="zh-CN" altLang="en-US">
              <a:noFill/>
            </a:endParaRPr>
          </a:p>
        </p:txBody>
      </p:sp>
      <p:sp>
        <p:nvSpPr>
          <p:cNvPr id="38" name="任意多边形: 形状 37"/>
          <p:cNvSpPr/>
          <p:nvPr userDrawn="1">
            <p:custDataLst>
              <p:tags r:id="rId28"/>
            </p:custDataLst>
          </p:nvPr>
        </p:nvSpPr>
        <p:spPr>
          <a:xfrm>
            <a:off x="900430" y="4977765"/>
            <a:ext cx="46355" cy="46355"/>
          </a:xfrm>
          <a:custGeom>
            <a:avLst/>
            <a:gdLst>
              <a:gd name="connsiteX0" fmla="*/ 0 w 55151"/>
              <a:gd name="connsiteY0" fmla="*/ 27283 h 55151"/>
              <a:gd name="connsiteX1" fmla="*/ 27576 w 55151"/>
              <a:gd name="connsiteY1" fmla="*/ 0 h 55151"/>
              <a:gd name="connsiteX2" fmla="*/ 55152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2" y="12028"/>
                  <a:pt x="55152" y="27283"/>
                </a:cubicBezTo>
                <a:cubicBezTo>
                  <a:pt x="55152" y="42830"/>
                  <a:pt x="42830" y="55152"/>
                  <a:pt x="27576" y="55152"/>
                </a:cubicBezTo>
                <a:cubicBezTo>
                  <a:pt x="12028" y="55152"/>
                  <a:pt x="0" y="42830"/>
                  <a:pt x="0" y="27283"/>
                </a:cubicBezTo>
                <a:close/>
              </a:path>
            </a:pathLst>
          </a:custGeom>
          <a:solidFill>
            <a:schemeClr val="accent6"/>
          </a:solidFill>
          <a:ln w="2934" cap="flat">
            <a:noFill/>
            <a:prstDash val="solid"/>
            <a:miter/>
          </a:ln>
        </p:spPr>
        <p:txBody>
          <a:bodyPr rtlCol="0" anchor="ctr"/>
          <a:lstStyle/>
          <a:p>
            <a:endParaRPr lang="zh-CN" altLang="en-US">
              <a:noFill/>
            </a:endParaRPr>
          </a:p>
        </p:txBody>
      </p:sp>
      <p:sp>
        <p:nvSpPr>
          <p:cNvPr id="39" name="任意多边形: 形状 38"/>
          <p:cNvSpPr/>
          <p:nvPr userDrawn="1">
            <p:custDataLst>
              <p:tags r:id="rId29"/>
            </p:custDataLst>
          </p:nvPr>
        </p:nvSpPr>
        <p:spPr>
          <a:xfrm>
            <a:off x="1038225" y="4977765"/>
            <a:ext cx="46355" cy="46355"/>
          </a:xfrm>
          <a:custGeom>
            <a:avLst/>
            <a:gdLst>
              <a:gd name="connsiteX0" fmla="*/ 0 w 55151"/>
              <a:gd name="connsiteY0" fmla="*/ 27283 h 55151"/>
              <a:gd name="connsiteX1" fmla="*/ 27576 w 55151"/>
              <a:gd name="connsiteY1" fmla="*/ 0 h 55151"/>
              <a:gd name="connsiteX2" fmla="*/ 55151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1" y="12028"/>
                  <a:pt x="55151" y="27283"/>
                </a:cubicBezTo>
                <a:cubicBezTo>
                  <a:pt x="55151" y="42830"/>
                  <a:pt x="42830" y="55152"/>
                  <a:pt x="27576" y="55152"/>
                </a:cubicBezTo>
                <a:cubicBezTo>
                  <a:pt x="12028" y="55152"/>
                  <a:pt x="0" y="42830"/>
                  <a:pt x="0" y="27283"/>
                </a:cubicBezTo>
                <a:close/>
              </a:path>
            </a:pathLst>
          </a:custGeom>
          <a:solidFill>
            <a:schemeClr val="accent6"/>
          </a:solidFill>
          <a:ln w="2934" cap="flat">
            <a:noFill/>
            <a:prstDash val="solid"/>
            <a:miter/>
          </a:ln>
        </p:spPr>
        <p:txBody>
          <a:bodyPr rtlCol="0" anchor="ctr"/>
          <a:lstStyle/>
          <a:p>
            <a:endParaRPr lang="zh-CN" altLang="en-US">
              <a:noFill/>
            </a:endParaRPr>
          </a:p>
        </p:txBody>
      </p:sp>
      <p:sp>
        <p:nvSpPr>
          <p:cNvPr id="40" name="任意多边形: 形状 39"/>
          <p:cNvSpPr/>
          <p:nvPr userDrawn="1">
            <p:custDataLst>
              <p:tags r:id="rId30"/>
            </p:custDataLst>
          </p:nvPr>
        </p:nvSpPr>
        <p:spPr>
          <a:xfrm>
            <a:off x="1176655" y="4977765"/>
            <a:ext cx="46355" cy="46355"/>
          </a:xfrm>
          <a:custGeom>
            <a:avLst/>
            <a:gdLst>
              <a:gd name="connsiteX0" fmla="*/ 0 w 55151"/>
              <a:gd name="connsiteY0" fmla="*/ 27283 h 55151"/>
              <a:gd name="connsiteX1" fmla="*/ 27576 w 55151"/>
              <a:gd name="connsiteY1" fmla="*/ 0 h 55151"/>
              <a:gd name="connsiteX2" fmla="*/ 55151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1" y="12028"/>
                  <a:pt x="55151" y="27283"/>
                </a:cubicBezTo>
                <a:cubicBezTo>
                  <a:pt x="55151" y="42830"/>
                  <a:pt x="42830" y="55152"/>
                  <a:pt x="27576" y="55152"/>
                </a:cubicBezTo>
                <a:cubicBezTo>
                  <a:pt x="12028" y="55152"/>
                  <a:pt x="0" y="42830"/>
                  <a:pt x="0" y="27283"/>
                </a:cubicBezTo>
                <a:close/>
              </a:path>
            </a:pathLst>
          </a:custGeom>
          <a:solidFill>
            <a:schemeClr val="accent6"/>
          </a:solidFill>
          <a:ln w="2934" cap="flat">
            <a:noFill/>
            <a:prstDash val="solid"/>
            <a:miter/>
          </a:ln>
        </p:spPr>
        <p:txBody>
          <a:bodyPr rtlCol="0" anchor="ctr"/>
          <a:lstStyle/>
          <a:p>
            <a:endParaRPr lang="zh-CN" altLang="en-US">
              <a:noFill/>
            </a:endParaRPr>
          </a:p>
        </p:txBody>
      </p:sp>
      <p:sp>
        <p:nvSpPr>
          <p:cNvPr id="41" name="任意多边形: 形状 40"/>
          <p:cNvSpPr/>
          <p:nvPr userDrawn="1">
            <p:custDataLst>
              <p:tags r:id="rId31"/>
            </p:custDataLst>
          </p:nvPr>
        </p:nvSpPr>
        <p:spPr>
          <a:xfrm>
            <a:off x="1315085" y="4977765"/>
            <a:ext cx="46355" cy="46355"/>
          </a:xfrm>
          <a:custGeom>
            <a:avLst/>
            <a:gdLst>
              <a:gd name="connsiteX0" fmla="*/ 0 w 55151"/>
              <a:gd name="connsiteY0" fmla="*/ 27283 h 55151"/>
              <a:gd name="connsiteX1" fmla="*/ 27576 w 55151"/>
              <a:gd name="connsiteY1" fmla="*/ 0 h 55151"/>
              <a:gd name="connsiteX2" fmla="*/ 55151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1" y="12028"/>
                  <a:pt x="55151" y="27283"/>
                </a:cubicBezTo>
                <a:cubicBezTo>
                  <a:pt x="55151" y="42830"/>
                  <a:pt x="42830" y="55152"/>
                  <a:pt x="27576" y="55152"/>
                </a:cubicBezTo>
                <a:cubicBezTo>
                  <a:pt x="12028" y="55152"/>
                  <a:pt x="0" y="42830"/>
                  <a:pt x="0" y="27283"/>
                </a:cubicBezTo>
                <a:close/>
              </a:path>
            </a:pathLst>
          </a:custGeom>
          <a:solidFill>
            <a:schemeClr val="accent6"/>
          </a:solidFill>
          <a:ln w="2934" cap="flat">
            <a:noFill/>
            <a:prstDash val="solid"/>
            <a:miter/>
          </a:ln>
        </p:spPr>
        <p:txBody>
          <a:bodyPr rtlCol="0" anchor="ctr"/>
          <a:lstStyle/>
          <a:p>
            <a:endParaRPr lang="zh-CN" altLang="en-US">
              <a:noFill/>
            </a:endParaRPr>
          </a:p>
        </p:txBody>
      </p:sp>
      <p:sp>
        <p:nvSpPr>
          <p:cNvPr id="42" name="任意多边形: 形状 41"/>
          <p:cNvSpPr/>
          <p:nvPr userDrawn="1">
            <p:custDataLst>
              <p:tags r:id="rId32"/>
            </p:custDataLst>
          </p:nvPr>
        </p:nvSpPr>
        <p:spPr>
          <a:xfrm>
            <a:off x="1453515" y="4977765"/>
            <a:ext cx="46355" cy="46355"/>
          </a:xfrm>
          <a:custGeom>
            <a:avLst/>
            <a:gdLst>
              <a:gd name="connsiteX0" fmla="*/ 0 w 55151"/>
              <a:gd name="connsiteY0" fmla="*/ 27283 h 55151"/>
              <a:gd name="connsiteX1" fmla="*/ 27576 w 55151"/>
              <a:gd name="connsiteY1" fmla="*/ 0 h 55151"/>
              <a:gd name="connsiteX2" fmla="*/ 55151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1" y="12028"/>
                  <a:pt x="55151" y="27283"/>
                </a:cubicBezTo>
                <a:cubicBezTo>
                  <a:pt x="55151" y="42830"/>
                  <a:pt x="42830" y="55152"/>
                  <a:pt x="27576" y="55152"/>
                </a:cubicBezTo>
                <a:cubicBezTo>
                  <a:pt x="12028" y="55152"/>
                  <a:pt x="0" y="42830"/>
                  <a:pt x="0" y="27283"/>
                </a:cubicBezTo>
                <a:close/>
              </a:path>
            </a:pathLst>
          </a:custGeom>
          <a:solidFill>
            <a:schemeClr val="accent6"/>
          </a:solidFill>
          <a:ln w="2934" cap="flat">
            <a:noFill/>
            <a:prstDash val="solid"/>
            <a:miter/>
          </a:ln>
        </p:spPr>
        <p:txBody>
          <a:bodyPr rtlCol="0" anchor="ctr"/>
          <a:lstStyle/>
          <a:p>
            <a:endParaRPr lang="zh-CN" altLang="en-US">
              <a:noFill/>
            </a:endParaRPr>
          </a:p>
        </p:txBody>
      </p:sp>
      <p:cxnSp>
        <p:nvCxnSpPr>
          <p:cNvPr id="43" name="直接连接符 42"/>
          <p:cNvCxnSpPr/>
          <p:nvPr userDrawn="1">
            <p:custDataLst>
              <p:tags r:id="rId33"/>
            </p:custDataLst>
          </p:nvPr>
        </p:nvCxnSpPr>
        <p:spPr>
          <a:xfrm>
            <a:off x="2184400" y="838200"/>
            <a:ext cx="9563100" cy="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4" name="任意多边形: 形状 43"/>
          <p:cNvSpPr/>
          <p:nvPr userDrawn="1">
            <p:custDataLst>
              <p:tags r:id="rId34"/>
            </p:custDataLst>
          </p:nvPr>
        </p:nvSpPr>
        <p:spPr>
          <a:xfrm>
            <a:off x="9381500" y="6334625"/>
            <a:ext cx="1046117" cy="523058"/>
          </a:xfrm>
          <a:custGeom>
            <a:avLst/>
            <a:gdLst>
              <a:gd name="connsiteX0" fmla="*/ 523059 w 1046117"/>
              <a:gd name="connsiteY0" fmla="*/ 0 h 523058"/>
              <a:gd name="connsiteX1" fmla="*/ 0 w 1046117"/>
              <a:gd name="connsiteY1" fmla="*/ 523059 h 523058"/>
              <a:gd name="connsiteX2" fmla="*/ 1046118 w 1046117"/>
              <a:gd name="connsiteY2" fmla="*/ 523059 h 523058"/>
              <a:gd name="connsiteX3" fmla="*/ 523059 w 1046117"/>
              <a:gd name="connsiteY3" fmla="*/ 0 h 523058"/>
            </a:gdLst>
            <a:ahLst/>
            <a:cxnLst>
              <a:cxn ang="0">
                <a:pos x="connsiteX0" y="connsiteY0"/>
              </a:cxn>
              <a:cxn ang="0">
                <a:pos x="connsiteX1" y="connsiteY1"/>
              </a:cxn>
              <a:cxn ang="0">
                <a:pos x="connsiteX2" y="connsiteY2"/>
              </a:cxn>
              <a:cxn ang="0">
                <a:pos x="connsiteX3" y="connsiteY3"/>
              </a:cxn>
            </a:cxnLst>
            <a:rect l="l" t="t" r="r" b="b"/>
            <a:pathLst>
              <a:path w="1046117" h="523058">
                <a:moveTo>
                  <a:pt x="523059" y="0"/>
                </a:moveTo>
                <a:cubicBezTo>
                  <a:pt x="234100" y="0"/>
                  <a:pt x="0" y="234100"/>
                  <a:pt x="0" y="523059"/>
                </a:cubicBezTo>
                <a:lnTo>
                  <a:pt x="1046118" y="523059"/>
                </a:lnTo>
                <a:cubicBezTo>
                  <a:pt x="1045825" y="234100"/>
                  <a:pt x="811724" y="0"/>
                  <a:pt x="523059" y="0"/>
                </a:cubicBezTo>
                <a:close/>
              </a:path>
            </a:pathLst>
          </a:custGeom>
          <a:solidFill>
            <a:schemeClr val="accent6"/>
          </a:solidFill>
          <a:ln w="2934" cap="flat">
            <a:noFill/>
            <a:prstDash val="solid"/>
            <a:miter/>
          </a:ln>
        </p:spPr>
        <p:txBody>
          <a:bodyPr rtlCol="0" anchor="ctr"/>
          <a:lstStyle/>
          <a:p>
            <a:endParaRPr lang="zh-CN" altLang="en-US"/>
          </a:p>
        </p:txBody>
      </p:sp>
      <p:sp>
        <p:nvSpPr>
          <p:cNvPr id="45" name="任意多边形: 形状 12"/>
          <p:cNvSpPr/>
          <p:nvPr userDrawn="1">
            <p:custDataLst>
              <p:tags r:id="rId35"/>
            </p:custDataLst>
          </p:nvPr>
        </p:nvSpPr>
        <p:spPr>
          <a:xfrm flipH="1">
            <a:off x="11188065" y="1419860"/>
            <a:ext cx="1003935" cy="2008505"/>
          </a:xfrm>
          <a:custGeom>
            <a:avLst/>
            <a:gdLst>
              <a:gd name="connsiteX0" fmla="*/ 1130019 w 1130018"/>
              <a:gd name="connsiteY0" fmla="*/ 1130019 h 2260037"/>
              <a:gd name="connsiteX1" fmla="*/ 0 w 1130018"/>
              <a:gd name="connsiteY1" fmla="*/ 0 h 2260037"/>
              <a:gd name="connsiteX2" fmla="*/ 0 w 1130018"/>
              <a:gd name="connsiteY2" fmla="*/ 2260038 h 2260037"/>
              <a:gd name="connsiteX3" fmla="*/ 1130019 w 1130018"/>
              <a:gd name="connsiteY3" fmla="*/ 1130019 h 2260037"/>
            </a:gdLst>
            <a:ahLst/>
            <a:cxnLst>
              <a:cxn ang="0">
                <a:pos x="connsiteX0" y="connsiteY0"/>
              </a:cxn>
              <a:cxn ang="0">
                <a:pos x="connsiteX1" y="connsiteY1"/>
              </a:cxn>
              <a:cxn ang="0">
                <a:pos x="connsiteX2" y="connsiteY2"/>
              </a:cxn>
              <a:cxn ang="0">
                <a:pos x="connsiteX3" y="connsiteY3"/>
              </a:cxn>
            </a:cxnLst>
            <a:rect l="l" t="t" r="r" b="b"/>
            <a:pathLst>
              <a:path w="1130018" h="2260037">
                <a:moveTo>
                  <a:pt x="1130019" y="1130019"/>
                </a:moveTo>
                <a:cubicBezTo>
                  <a:pt x="1130019" y="506044"/>
                  <a:pt x="623974" y="0"/>
                  <a:pt x="0" y="0"/>
                </a:cubicBezTo>
                <a:lnTo>
                  <a:pt x="0" y="2260038"/>
                </a:lnTo>
                <a:cubicBezTo>
                  <a:pt x="623974" y="2260038"/>
                  <a:pt x="1130019" y="1754287"/>
                  <a:pt x="1130019" y="1130019"/>
                </a:cubicBezTo>
                <a:close/>
              </a:path>
            </a:pathLst>
          </a:custGeom>
          <a:solidFill>
            <a:schemeClr val="accent6"/>
          </a:solidFill>
          <a:ln w="2934" cap="flat">
            <a:noFill/>
            <a:prstDash val="solid"/>
            <a:miter/>
          </a:ln>
        </p:spPr>
        <p:txBody>
          <a:bodyPr rtlCol="0" anchor="ctr"/>
          <a:lstStyle/>
          <a:p>
            <a:endParaRPr lang="zh-CN" altLang="en-US"/>
          </a:p>
        </p:txBody>
      </p:sp>
      <p:sp>
        <p:nvSpPr>
          <p:cNvPr id="47" name="任意多边形: 形状 81"/>
          <p:cNvSpPr/>
          <p:nvPr userDrawn="1">
            <p:custDataLst>
              <p:tags r:id="rId36"/>
            </p:custDataLst>
          </p:nvPr>
        </p:nvSpPr>
        <p:spPr>
          <a:xfrm>
            <a:off x="10956925" y="2486025"/>
            <a:ext cx="46355" cy="46355"/>
          </a:xfrm>
          <a:custGeom>
            <a:avLst/>
            <a:gdLst>
              <a:gd name="connsiteX0" fmla="*/ 0 w 55151"/>
              <a:gd name="connsiteY0" fmla="*/ 27282 h 55151"/>
              <a:gd name="connsiteX1" fmla="*/ 27576 w 55151"/>
              <a:gd name="connsiteY1" fmla="*/ 0 h 55151"/>
              <a:gd name="connsiteX2" fmla="*/ 55152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2" y="12028"/>
                  <a:pt x="55152" y="27282"/>
                </a:cubicBezTo>
                <a:cubicBezTo>
                  <a:pt x="55152" y="42830"/>
                  <a:pt x="42830" y="55151"/>
                  <a:pt x="27576" y="55151"/>
                </a:cubicBezTo>
                <a:cubicBezTo>
                  <a:pt x="12028" y="55151"/>
                  <a:pt x="0" y="42830"/>
                  <a:pt x="0" y="27282"/>
                </a:cubicBezTo>
                <a:close/>
              </a:path>
            </a:pathLst>
          </a:custGeom>
          <a:solidFill>
            <a:schemeClr val="accent1"/>
          </a:solidFill>
          <a:ln w="2934" cap="flat">
            <a:noFill/>
            <a:prstDash val="solid"/>
            <a:miter/>
          </a:ln>
        </p:spPr>
        <p:txBody>
          <a:bodyPr rtlCol="0" anchor="ctr"/>
          <a:lstStyle/>
          <a:p>
            <a:endParaRPr lang="zh-CN" altLang="en-US">
              <a:noFill/>
            </a:endParaRPr>
          </a:p>
        </p:txBody>
      </p:sp>
      <p:sp>
        <p:nvSpPr>
          <p:cNvPr id="48" name="任意多边形: 形状 82"/>
          <p:cNvSpPr/>
          <p:nvPr userDrawn="1">
            <p:custDataLst>
              <p:tags r:id="rId37"/>
            </p:custDataLst>
          </p:nvPr>
        </p:nvSpPr>
        <p:spPr>
          <a:xfrm>
            <a:off x="11095355" y="2486025"/>
            <a:ext cx="46355" cy="46355"/>
          </a:xfrm>
          <a:custGeom>
            <a:avLst/>
            <a:gdLst>
              <a:gd name="connsiteX0" fmla="*/ 0 w 55151"/>
              <a:gd name="connsiteY0" fmla="*/ 27282 h 55151"/>
              <a:gd name="connsiteX1" fmla="*/ 27576 w 55151"/>
              <a:gd name="connsiteY1" fmla="*/ 0 h 55151"/>
              <a:gd name="connsiteX2" fmla="*/ 55152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2" y="12028"/>
                  <a:pt x="55152" y="27282"/>
                </a:cubicBezTo>
                <a:cubicBezTo>
                  <a:pt x="55152" y="42830"/>
                  <a:pt x="42830" y="55151"/>
                  <a:pt x="27576" y="55151"/>
                </a:cubicBezTo>
                <a:cubicBezTo>
                  <a:pt x="12028" y="55151"/>
                  <a:pt x="0" y="42830"/>
                  <a:pt x="0" y="27282"/>
                </a:cubicBezTo>
                <a:close/>
              </a:path>
            </a:pathLst>
          </a:custGeom>
          <a:solidFill>
            <a:schemeClr val="accent1"/>
          </a:solidFill>
          <a:ln w="2934" cap="flat">
            <a:noFill/>
            <a:prstDash val="solid"/>
            <a:miter/>
          </a:ln>
        </p:spPr>
        <p:txBody>
          <a:bodyPr rtlCol="0" anchor="ctr"/>
          <a:lstStyle/>
          <a:p>
            <a:endParaRPr lang="zh-CN" altLang="en-US">
              <a:noFill/>
            </a:endParaRPr>
          </a:p>
        </p:txBody>
      </p:sp>
      <p:sp>
        <p:nvSpPr>
          <p:cNvPr id="49" name="任意多边形: 形状 83"/>
          <p:cNvSpPr/>
          <p:nvPr userDrawn="1">
            <p:custDataLst>
              <p:tags r:id="rId38"/>
            </p:custDataLst>
          </p:nvPr>
        </p:nvSpPr>
        <p:spPr>
          <a:xfrm>
            <a:off x="11233150" y="2486025"/>
            <a:ext cx="46355" cy="46355"/>
          </a:xfrm>
          <a:custGeom>
            <a:avLst/>
            <a:gdLst>
              <a:gd name="connsiteX0" fmla="*/ 0 w 55151"/>
              <a:gd name="connsiteY0" fmla="*/ 27282 h 55151"/>
              <a:gd name="connsiteX1" fmla="*/ 27576 w 55151"/>
              <a:gd name="connsiteY1" fmla="*/ 0 h 55151"/>
              <a:gd name="connsiteX2" fmla="*/ 55151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1" y="12028"/>
                  <a:pt x="55151" y="27282"/>
                </a:cubicBezTo>
                <a:cubicBezTo>
                  <a:pt x="55151" y="42830"/>
                  <a:pt x="42830" y="55151"/>
                  <a:pt x="27576" y="55151"/>
                </a:cubicBezTo>
                <a:cubicBezTo>
                  <a:pt x="12028" y="55151"/>
                  <a:pt x="0" y="42830"/>
                  <a:pt x="0" y="27282"/>
                </a:cubicBezTo>
                <a:close/>
              </a:path>
            </a:pathLst>
          </a:custGeom>
          <a:solidFill>
            <a:schemeClr val="accent1"/>
          </a:solidFill>
          <a:ln w="2934" cap="flat">
            <a:noFill/>
            <a:prstDash val="solid"/>
            <a:miter/>
          </a:ln>
        </p:spPr>
        <p:txBody>
          <a:bodyPr rtlCol="0" anchor="ctr"/>
          <a:lstStyle/>
          <a:p>
            <a:endParaRPr lang="zh-CN" altLang="en-US">
              <a:noFill/>
            </a:endParaRPr>
          </a:p>
        </p:txBody>
      </p:sp>
      <p:sp>
        <p:nvSpPr>
          <p:cNvPr id="50" name="任意多边形: 形状 84"/>
          <p:cNvSpPr/>
          <p:nvPr userDrawn="1">
            <p:custDataLst>
              <p:tags r:id="rId39"/>
            </p:custDataLst>
          </p:nvPr>
        </p:nvSpPr>
        <p:spPr>
          <a:xfrm>
            <a:off x="11371580" y="2486025"/>
            <a:ext cx="46355" cy="46355"/>
          </a:xfrm>
          <a:custGeom>
            <a:avLst/>
            <a:gdLst>
              <a:gd name="connsiteX0" fmla="*/ 0 w 55151"/>
              <a:gd name="connsiteY0" fmla="*/ 27282 h 55151"/>
              <a:gd name="connsiteX1" fmla="*/ 27576 w 55151"/>
              <a:gd name="connsiteY1" fmla="*/ 0 h 55151"/>
              <a:gd name="connsiteX2" fmla="*/ 55151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1" y="12028"/>
                  <a:pt x="55151" y="27282"/>
                </a:cubicBezTo>
                <a:cubicBezTo>
                  <a:pt x="55151" y="42830"/>
                  <a:pt x="42830" y="55151"/>
                  <a:pt x="27576" y="55151"/>
                </a:cubicBezTo>
                <a:cubicBezTo>
                  <a:pt x="12028" y="55151"/>
                  <a:pt x="0" y="42830"/>
                  <a:pt x="0" y="27282"/>
                </a:cubicBezTo>
                <a:close/>
              </a:path>
            </a:pathLst>
          </a:custGeom>
          <a:solidFill>
            <a:schemeClr val="accent1"/>
          </a:solidFill>
          <a:ln w="2934" cap="flat">
            <a:noFill/>
            <a:prstDash val="solid"/>
            <a:miter/>
          </a:ln>
        </p:spPr>
        <p:txBody>
          <a:bodyPr rtlCol="0" anchor="ctr"/>
          <a:lstStyle/>
          <a:p>
            <a:endParaRPr lang="zh-CN" altLang="en-US">
              <a:noFill/>
            </a:endParaRPr>
          </a:p>
        </p:txBody>
      </p:sp>
      <p:sp>
        <p:nvSpPr>
          <p:cNvPr id="51" name="任意多边形: 形状 85"/>
          <p:cNvSpPr/>
          <p:nvPr userDrawn="1">
            <p:custDataLst>
              <p:tags r:id="rId40"/>
            </p:custDataLst>
          </p:nvPr>
        </p:nvSpPr>
        <p:spPr>
          <a:xfrm>
            <a:off x="11510010" y="2486025"/>
            <a:ext cx="46355" cy="46355"/>
          </a:xfrm>
          <a:custGeom>
            <a:avLst/>
            <a:gdLst>
              <a:gd name="connsiteX0" fmla="*/ 0 w 55151"/>
              <a:gd name="connsiteY0" fmla="*/ 27282 h 55151"/>
              <a:gd name="connsiteX1" fmla="*/ 27576 w 55151"/>
              <a:gd name="connsiteY1" fmla="*/ 0 h 55151"/>
              <a:gd name="connsiteX2" fmla="*/ 55151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1" y="12028"/>
                  <a:pt x="55151" y="27282"/>
                </a:cubicBezTo>
                <a:cubicBezTo>
                  <a:pt x="55151" y="42830"/>
                  <a:pt x="42830" y="55151"/>
                  <a:pt x="27576" y="55151"/>
                </a:cubicBezTo>
                <a:cubicBezTo>
                  <a:pt x="12028" y="55151"/>
                  <a:pt x="0" y="42830"/>
                  <a:pt x="0" y="27282"/>
                </a:cubicBezTo>
                <a:close/>
              </a:path>
            </a:pathLst>
          </a:custGeom>
          <a:solidFill>
            <a:schemeClr val="accent1"/>
          </a:solidFill>
          <a:ln w="2934" cap="flat">
            <a:noFill/>
            <a:prstDash val="solid"/>
            <a:miter/>
          </a:ln>
        </p:spPr>
        <p:txBody>
          <a:bodyPr rtlCol="0" anchor="ctr"/>
          <a:lstStyle/>
          <a:p>
            <a:endParaRPr lang="zh-CN" altLang="en-US">
              <a:noFill/>
            </a:endParaRPr>
          </a:p>
        </p:txBody>
      </p:sp>
      <p:sp>
        <p:nvSpPr>
          <p:cNvPr id="52" name="任意多边形: 形状 86"/>
          <p:cNvSpPr/>
          <p:nvPr userDrawn="1">
            <p:custDataLst>
              <p:tags r:id="rId41"/>
            </p:custDataLst>
          </p:nvPr>
        </p:nvSpPr>
        <p:spPr>
          <a:xfrm>
            <a:off x="11648440" y="2486025"/>
            <a:ext cx="46355" cy="46355"/>
          </a:xfrm>
          <a:custGeom>
            <a:avLst/>
            <a:gdLst>
              <a:gd name="connsiteX0" fmla="*/ 0 w 55151"/>
              <a:gd name="connsiteY0" fmla="*/ 27282 h 55151"/>
              <a:gd name="connsiteX1" fmla="*/ 27576 w 55151"/>
              <a:gd name="connsiteY1" fmla="*/ 0 h 55151"/>
              <a:gd name="connsiteX2" fmla="*/ 55151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1" y="12028"/>
                  <a:pt x="55151" y="27282"/>
                </a:cubicBezTo>
                <a:cubicBezTo>
                  <a:pt x="55151" y="42830"/>
                  <a:pt x="42830" y="55151"/>
                  <a:pt x="27576" y="55151"/>
                </a:cubicBezTo>
                <a:cubicBezTo>
                  <a:pt x="12028" y="55151"/>
                  <a:pt x="0" y="42830"/>
                  <a:pt x="0" y="27282"/>
                </a:cubicBezTo>
                <a:close/>
              </a:path>
            </a:pathLst>
          </a:custGeom>
          <a:solidFill>
            <a:schemeClr val="accent1"/>
          </a:solidFill>
          <a:ln w="2934" cap="flat">
            <a:noFill/>
            <a:prstDash val="solid"/>
            <a:miter/>
          </a:ln>
        </p:spPr>
        <p:txBody>
          <a:bodyPr rtlCol="0" anchor="ctr"/>
          <a:lstStyle/>
          <a:p>
            <a:endParaRPr lang="zh-CN" altLang="en-US">
              <a:noFill/>
            </a:endParaRPr>
          </a:p>
        </p:txBody>
      </p:sp>
      <p:sp>
        <p:nvSpPr>
          <p:cNvPr id="53" name="任意多边形: 形状 87"/>
          <p:cNvSpPr/>
          <p:nvPr userDrawn="1">
            <p:custDataLst>
              <p:tags r:id="rId42"/>
            </p:custDataLst>
          </p:nvPr>
        </p:nvSpPr>
        <p:spPr>
          <a:xfrm>
            <a:off x="10956925" y="2752725"/>
            <a:ext cx="46355" cy="46355"/>
          </a:xfrm>
          <a:custGeom>
            <a:avLst/>
            <a:gdLst>
              <a:gd name="connsiteX0" fmla="*/ 0 w 55151"/>
              <a:gd name="connsiteY0" fmla="*/ 27282 h 55151"/>
              <a:gd name="connsiteX1" fmla="*/ 27576 w 55151"/>
              <a:gd name="connsiteY1" fmla="*/ 0 h 55151"/>
              <a:gd name="connsiteX2" fmla="*/ 55152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2" y="12028"/>
                  <a:pt x="55152" y="27282"/>
                </a:cubicBezTo>
                <a:cubicBezTo>
                  <a:pt x="55152" y="42830"/>
                  <a:pt x="42830" y="55151"/>
                  <a:pt x="27576" y="55151"/>
                </a:cubicBezTo>
                <a:cubicBezTo>
                  <a:pt x="12028" y="55151"/>
                  <a:pt x="0" y="42830"/>
                  <a:pt x="0" y="27282"/>
                </a:cubicBezTo>
                <a:close/>
              </a:path>
            </a:pathLst>
          </a:custGeom>
          <a:solidFill>
            <a:schemeClr val="accent1"/>
          </a:solidFill>
          <a:ln w="2934" cap="flat">
            <a:noFill/>
            <a:prstDash val="solid"/>
            <a:miter/>
          </a:ln>
        </p:spPr>
        <p:txBody>
          <a:bodyPr rtlCol="0" anchor="ctr"/>
          <a:lstStyle/>
          <a:p>
            <a:endParaRPr lang="zh-CN" altLang="en-US">
              <a:noFill/>
            </a:endParaRPr>
          </a:p>
        </p:txBody>
      </p:sp>
      <p:sp>
        <p:nvSpPr>
          <p:cNvPr id="54" name="任意多边形: 形状 88"/>
          <p:cNvSpPr/>
          <p:nvPr userDrawn="1">
            <p:custDataLst>
              <p:tags r:id="rId43"/>
            </p:custDataLst>
          </p:nvPr>
        </p:nvSpPr>
        <p:spPr>
          <a:xfrm>
            <a:off x="11095355" y="2752725"/>
            <a:ext cx="46355" cy="46355"/>
          </a:xfrm>
          <a:custGeom>
            <a:avLst/>
            <a:gdLst>
              <a:gd name="connsiteX0" fmla="*/ 0 w 55151"/>
              <a:gd name="connsiteY0" fmla="*/ 27282 h 55151"/>
              <a:gd name="connsiteX1" fmla="*/ 27576 w 55151"/>
              <a:gd name="connsiteY1" fmla="*/ 0 h 55151"/>
              <a:gd name="connsiteX2" fmla="*/ 55152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2" y="12028"/>
                  <a:pt x="55152" y="27282"/>
                </a:cubicBezTo>
                <a:cubicBezTo>
                  <a:pt x="55152" y="42830"/>
                  <a:pt x="42830" y="55151"/>
                  <a:pt x="27576" y="55151"/>
                </a:cubicBezTo>
                <a:cubicBezTo>
                  <a:pt x="12028" y="55151"/>
                  <a:pt x="0" y="42830"/>
                  <a:pt x="0" y="27282"/>
                </a:cubicBezTo>
                <a:close/>
              </a:path>
            </a:pathLst>
          </a:custGeom>
          <a:solidFill>
            <a:schemeClr val="accent1"/>
          </a:solidFill>
          <a:ln w="2934" cap="flat">
            <a:noFill/>
            <a:prstDash val="solid"/>
            <a:miter/>
          </a:ln>
        </p:spPr>
        <p:txBody>
          <a:bodyPr rtlCol="0" anchor="ctr"/>
          <a:lstStyle/>
          <a:p>
            <a:endParaRPr lang="zh-CN" altLang="en-US">
              <a:noFill/>
            </a:endParaRPr>
          </a:p>
        </p:txBody>
      </p:sp>
      <p:sp>
        <p:nvSpPr>
          <p:cNvPr id="55" name="任意多边形: 形状 89"/>
          <p:cNvSpPr/>
          <p:nvPr userDrawn="1">
            <p:custDataLst>
              <p:tags r:id="rId44"/>
            </p:custDataLst>
          </p:nvPr>
        </p:nvSpPr>
        <p:spPr>
          <a:xfrm>
            <a:off x="11233150" y="2752725"/>
            <a:ext cx="46355" cy="46355"/>
          </a:xfrm>
          <a:custGeom>
            <a:avLst/>
            <a:gdLst>
              <a:gd name="connsiteX0" fmla="*/ 0 w 55151"/>
              <a:gd name="connsiteY0" fmla="*/ 27282 h 55151"/>
              <a:gd name="connsiteX1" fmla="*/ 27576 w 55151"/>
              <a:gd name="connsiteY1" fmla="*/ 0 h 55151"/>
              <a:gd name="connsiteX2" fmla="*/ 55151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1" y="12028"/>
                  <a:pt x="55151" y="27282"/>
                </a:cubicBezTo>
                <a:cubicBezTo>
                  <a:pt x="55151" y="42830"/>
                  <a:pt x="42830" y="55151"/>
                  <a:pt x="27576" y="55151"/>
                </a:cubicBezTo>
                <a:cubicBezTo>
                  <a:pt x="12028" y="55151"/>
                  <a:pt x="0" y="42830"/>
                  <a:pt x="0" y="27282"/>
                </a:cubicBezTo>
                <a:close/>
              </a:path>
            </a:pathLst>
          </a:custGeom>
          <a:solidFill>
            <a:schemeClr val="accent1"/>
          </a:solidFill>
          <a:ln w="2934" cap="flat">
            <a:noFill/>
            <a:prstDash val="solid"/>
            <a:miter/>
          </a:ln>
        </p:spPr>
        <p:txBody>
          <a:bodyPr rtlCol="0" anchor="ctr"/>
          <a:lstStyle/>
          <a:p>
            <a:endParaRPr lang="zh-CN" altLang="en-US">
              <a:noFill/>
            </a:endParaRPr>
          </a:p>
        </p:txBody>
      </p:sp>
      <p:sp>
        <p:nvSpPr>
          <p:cNvPr id="56" name="任意多边形: 形状 90"/>
          <p:cNvSpPr/>
          <p:nvPr userDrawn="1">
            <p:custDataLst>
              <p:tags r:id="rId45"/>
            </p:custDataLst>
          </p:nvPr>
        </p:nvSpPr>
        <p:spPr>
          <a:xfrm>
            <a:off x="11371580" y="2752725"/>
            <a:ext cx="46355" cy="46355"/>
          </a:xfrm>
          <a:custGeom>
            <a:avLst/>
            <a:gdLst>
              <a:gd name="connsiteX0" fmla="*/ 0 w 55151"/>
              <a:gd name="connsiteY0" fmla="*/ 27282 h 55151"/>
              <a:gd name="connsiteX1" fmla="*/ 27576 w 55151"/>
              <a:gd name="connsiteY1" fmla="*/ 0 h 55151"/>
              <a:gd name="connsiteX2" fmla="*/ 55151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1" y="12028"/>
                  <a:pt x="55151" y="27282"/>
                </a:cubicBezTo>
                <a:cubicBezTo>
                  <a:pt x="55151" y="42830"/>
                  <a:pt x="42830" y="55151"/>
                  <a:pt x="27576" y="55151"/>
                </a:cubicBezTo>
                <a:cubicBezTo>
                  <a:pt x="12028" y="55151"/>
                  <a:pt x="0" y="42830"/>
                  <a:pt x="0" y="27282"/>
                </a:cubicBezTo>
                <a:close/>
              </a:path>
            </a:pathLst>
          </a:custGeom>
          <a:solidFill>
            <a:schemeClr val="accent1"/>
          </a:solidFill>
          <a:ln w="2934" cap="flat">
            <a:noFill/>
            <a:prstDash val="solid"/>
            <a:miter/>
          </a:ln>
        </p:spPr>
        <p:txBody>
          <a:bodyPr rtlCol="0" anchor="ctr"/>
          <a:lstStyle/>
          <a:p>
            <a:endParaRPr lang="zh-CN" altLang="en-US">
              <a:noFill/>
            </a:endParaRPr>
          </a:p>
        </p:txBody>
      </p:sp>
      <p:sp>
        <p:nvSpPr>
          <p:cNvPr id="57" name="任意多边形: 形状 91"/>
          <p:cNvSpPr/>
          <p:nvPr userDrawn="1">
            <p:custDataLst>
              <p:tags r:id="rId46"/>
            </p:custDataLst>
          </p:nvPr>
        </p:nvSpPr>
        <p:spPr>
          <a:xfrm>
            <a:off x="11510010" y="2752725"/>
            <a:ext cx="46355" cy="46355"/>
          </a:xfrm>
          <a:custGeom>
            <a:avLst/>
            <a:gdLst>
              <a:gd name="connsiteX0" fmla="*/ 0 w 55151"/>
              <a:gd name="connsiteY0" fmla="*/ 27282 h 55151"/>
              <a:gd name="connsiteX1" fmla="*/ 27576 w 55151"/>
              <a:gd name="connsiteY1" fmla="*/ 0 h 55151"/>
              <a:gd name="connsiteX2" fmla="*/ 55151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1" y="12028"/>
                  <a:pt x="55151" y="27282"/>
                </a:cubicBezTo>
                <a:cubicBezTo>
                  <a:pt x="55151" y="42830"/>
                  <a:pt x="42830" y="55151"/>
                  <a:pt x="27576" y="55151"/>
                </a:cubicBezTo>
                <a:cubicBezTo>
                  <a:pt x="12028" y="55151"/>
                  <a:pt x="0" y="42830"/>
                  <a:pt x="0" y="27282"/>
                </a:cubicBezTo>
                <a:close/>
              </a:path>
            </a:pathLst>
          </a:custGeom>
          <a:solidFill>
            <a:schemeClr val="accent1"/>
          </a:solidFill>
          <a:ln w="2934" cap="flat">
            <a:noFill/>
            <a:prstDash val="solid"/>
            <a:miter/>
          </a:ln>
        </p:spPr>
        <p:txBody>
          <a:bodyPr rtlCol="0" anchor="ctr"/>
          <a:lstStyle/>
          <a:p>
            <a:endParaRPr lang="zh-CN" altLang="en-US">
              <a:noFill/>
            </a:endParaRPr>
          </a:p>
        </p:txBody>
      </p:sp>
      <p:sp>
        <p:nvSpPr>
          <p:cNvPr id="58" name="任意多边形: 形状 92"/>
          <p:cNvSpPr/>
          <p:nvPr userDrawn="1">
            <p:custDataLst>
              <p:tags r:id="rId47"/>
            </p:custDataLst>
          </p:nvPr>
        </p:nvSpPr>
        <p:spPr>
          <a:xfrm>
            <a:off x="11648440" y="2752725"/>
            <a:ext cx="46355" cy="46355"/>
          </a:xfrm>
          <a:custGeom>
            <a:avLst/>
            <a:gdLst>
              <a:gd name="connsiteX0" fmla="*/ 0 w 55151"/>
              <a:gd name="connsiteY0" fmla="*/ 27282 h 55151"/>
              <a:gd name="connsiteX1" fmla="*/ 27576 w 55151"/>
              <a:gd name="connsiteY1" fmla="*/ 0 h 55151"/>
              <a:gd name="connsiteX2" fmla="*/ 55151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1" y="12028"/>
                  <a:pt x="55151" y="27282"/>
                </a:cubicBezTo>
                <a:cubicBezTo>
                  <a:pt x="55151" y="42830"/>
                  <a:pt x="42830" y="55151"/>
                  <a:pt x="27576" y="55151"/>
                </a:cubicBezTo>
                <a:cubicBezTo>
                  <a:pt x="12028" y="55151"/>
                  <a:pt x="0" y="42830"/>
                  <a:pt x="0" y="27282"/>
                </a:cubicBezTo>
                <a:close/>
              </a:path>
            </a:pathLst>
          </a:custGeom>
          <a:solidFill>
            <a:schemeClr val="accent1"/>
          </a:solidFill>
          <a:ln w="2934" cap="flat">
            <a:noFill/>
            <a:prstDash val="solid"/>
            <a:miter/>
          </a:ln>
        </p:spPr>
        <p:txBody>
          <a:bodyPr rtlCol="0" anchor="ctr"/>
          <a:lstStyle/>
          <a:p>
            <a:endParaRPr lang="zh-CN" altLang="en-US">
              <a:noFill/>
            </a:endParaRPr>
          </a:p>
        </p:txBody>
      </p:sp>
      <p:sp>
        <p:nvSpPr>
          <p:cNvPr id="59" name="任意多边形: 形状 93"/>
          <p:cNvSpPr/>
          <p:nvPr userDrawn="1">
            <p:custDataLst>
              <p:tags r:id="rId48"/>
            </p:custDataLst>
          </p:nvPr>
        </p:nvSpPr>
        <p:spPr>
          <a:xfrm>
            <a:off x="10956925" y="3018790"/>
            <a:ext cx="46355" cy="46355"/>
          </a:xfrm>
          <a:custGeom>
            <a:avLst/>
            <a:gdLst>
              <a:gd name="connsiteX0" fmla="*/ 0 w 55151"/>
              <a:gd name="connsiteY0" fmla="*/ 27283 h 55151"/>
              <a:gd name="connsiteX1" fmla="*/ 27576 w 55151"/>
              <a:gd name="connsiteY1" fmla="*/ 0 h 55151"/>
              <a:gd name="connsiteX2" fmla="*/ 55152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2" y="12028"/>
                  <a:pt x="55152" y="27283"/>
                </a:cubicBezTo>
                <a:cubicBezTo>
                  <a:pt x="55152" y="42831"/>
                  <a:pt x="42830" y="55152"/>
                  <a:pt x="27576" y="55152"/>
                </a:cubicBezTo>
                <a:cubicBezTo>
                  <a:pt x="12028" y="55152"/>
                  <a:pt x="0" y="42831"/>
                  <a:pt x="0" y="27283"/>
                </a:cubicBezTo>
                <a:close/>
              </a:path>
            </a:pathLst>
          </a:custGeom>
          <a:solidFill>
            <a:schemeClr val="accent1"/>
          </a:solidFill>
          <a:ln w="2934" cap="flat">
            <a:noFill/>
            <a:prstDash val="solid"/>
            <a:miter/>
          </a:ln>
        </p:spPr>
        <p:txBody>
          <a:bodyPr rtlCol="0" anchor="ctr"/>
          <a:lstStyle/>
          <a:p>
            <a:endParaRPr lang="zh-CN" altLang="en-US">
              <a:noFill/>
            </a:endParaRPr>
          </a:p>
        </p:txBody>
      </p:sp>
      <p:sp>
        <p:nvSpPr>
          <p:cNvPr id="60" name="任意多边形: 形状 94"/>
          <p:cNvSpPr/>
          <p:nvPr userDrawn="1">
            <p:custDataLst>
              <p:tags r:id="rId49"/>
            </p:custDataLst>
          </p:nvPr>
        </p:nvSpPr>
        <p:spPr>
          <a:xfrm>
            <a:off x="11095355" y="3018790"/>
            <a:ext cx="46355" cy="46355"/>
          </a:xfrm>
          <a:custGeom>
            <a:avLst/>
            <a:gdLst>
              <a:gd name="connsiteX0" fmla="*/ 0 w 55151"/>
              <a:gd name="connsiteY0" fmla="*/ 27283 h 55151"/>
              <a:gd name="connsiteX1" fmla="*/ 27576 w 55151"/>
              <a:gd name="connsiteY1" fmla="*/ 0 h 55151"/>
              <a:gd name="connsiteX2" fmla="*/ 55152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2" y="12028"/>
                  <a:pt x="55152" y="27283"/>
                </a:cubicBezTo>
                <a:cubicBezTo>
                  <a:pt x="55152" y="42831"/>
                  <a:pt x="42830" y="55152"/>
                  <a:pt x="27576" y="55152"/>
                </a:cubicBezTo>
                <a:cubicBezTo>
                  <a:pt x="12028" y="55152"/>
                  <a:pt x="0" y="42831"/>
                  <a:pt x="0" y="27283"/>
                </a:cubicBezTo>
                <a:close/>
              </a:path>
            </a:pathLst>
          </a:custGeom>
          <a:solidFill>
            <a:schemeClr val="accent1"/>
          </a:solidFill>
          <a:ln w="2934" cap="flat">
            <a:noFill/>
            <a:prstDash val="solid"/>
            <a:miter/>
          </a:ln>
        </p:spPr>
        <p:txBody>
          <a:bodyPr rtlCol="0" anchor="ctr"/>
          <a:lstStyle/>
          <a:p>
            <a:endParaRPr lang="zh-CN" altLang="en-US">
              <a:noFill/>
            </a:endParaRPr>
          </a:p>
        </p:txBody>
      </p:sp>
      <p:sp>
        <p:nvSpPr>
          <p:cNvPr id="61" name="任意多边形: 形状 95"/>
          <p:cNvSpPr/>
          <p:nvPr userDrawn="1">
            <p:custDataLst>
              <p:tags r:id="rId50"/>
            </p:custDataLst>
          </p:nvPr>
        </p:nvSpPr>
        <p:spPr>
          <a:xfrm>
            <a:off x="11233150" y="3018790"/>
            <a:ext cx="46355" cy="46355"/>
          </a:xfrm>
          <a:custGeom>
            <a:avLst/>
            <a:gdLst>
              <a:gd name="connsiteX0" fmla="*/ 0 w 55151"/>
              <a:gd name="connsiteY0" fmla="*/ 27283 h 55151"/>
              <a:gd name="connsiteX1" fmla="*/ 27576 w 55151"/>
              <a:gd name="connsiteY1" fmla="*/ 0 h 55151"/>
              <a:gd name="connsiteX2" fmla="*/ 55151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1" y="12028"/>
                  <a:pt x="55151" y="27283"/>
                </a:cubicBezTo>
                <a:cubicBezTo>
                  <a:pt x="55151" y="42831"/>
                  <a:pt x="42830" y="55152"/>
                  <a:pt x="27576" y="55152"/>
                </a:cubicBezTo>
                <a:cubicBezTo>
                  <a:pt x="12028" y="55152"/>
                  <a:pt x="0" y="42831"/>
                  <a:pt x="0" y="27283"/>
                </a:cubicBezTo>
                <a:close/>
              </a:path>
            </a:pathLst>
          </a:custGeom>
          <a:solidFill>
            <a:schemeClr val="accent1"/>
          </a:solidFill>
          <a:ln w="2934" cap="flat">
            <a:noFill/>
            <a:prstDash val="solid"/>
            <a:miter/>
          </a:ln>
        </p:spPr>
        <p:txBody>
          <a:bodyPr rtlCol="0" anchor="ctr"/>
          <a:lstStyle/>
          <a:p>
            <a:endParaRPr lang="zh-CN" altLang="en-US">
              <a:noFill/>
            </a:endParaRPr>
          </a:p>
        </p:txBody>
      </p:sp>
      <p:sp>
        <p:nvSpPr>
          <p:cNvPr id="62" name="任意多边形: 形状 96"/>
          <p:cNvSpPr/>
          <p:nvPr userDrawn="1">
            <p:custDataLst>
              <p:tags r:id="rId51"/>
            </p:custDataLst>
          </p:nvPr>
        </p:nvSpPr>
        <p:spPr>
          <a:xfrm>
            <a:off x="11371580" y="3018790"/>
            <a:ext cx="46355" cy="46355"/>
          </a:xfrm>
          <a:custGeom>
            <a:avLst/>
            <a:gdLst>
              <a:gd name="connsiteX0" fmla="*/ 0 w 55151"/>
              <a:gd name="connsiteY0" fmla="*/ 27283 h 55151"/>
              <a:gd name="connsiteX1" fmla="*/ 27576 w 55151"/>
              <a:gd name="connsiteY1" fmla="*/ 0 h 55151"/>
              <a:gd name="connsiteX2" fmla="*/ 55151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1" y="12028"/>
                  <a:pt x="55151" y="27283"/>
                </a:cubicBezTo>
                <a:cubicBezTo>
                  <a:pt x="55151" y="42831"/>
                  <a:pt x="42830" y="55152"/>
                  <a:pt x="27576" y="55152"/>
                </a:cubicBezTo>
                <a:cubicBezTo>
                  <a:pt x="12028" y="55152"/>
                  <a:pt x="0" y="42831"/>
                  <a:pt x="0" y="27283"/>
                </a:cubicBezTo>
                <a:close/>
              </a:path>
            </a:pathLst>
          </a:custGeom>
          <a:solidFill>
            <a:schemeClr val="accent1"/>
          </a:solidFill>
          <a:ln w="2934" cap="flat">
            <a:noFill/>
            <a:prstDash val="solid"/>
            <a:miter/>
          </a:ln>
        </p:spPr>
        <p:txBody>
          <a:bodyPr rtlCol="0" anchor="ctr"/>
          <a:lstStyle/>
          <a:p>
            <a:endParaRPr lang="zh-CN" altLang="en-US">
              <a:noFill/>
            </a:endParaRPr>
          </a:p>
        </p:txBody>
      </p:sp>
      <p:sp>
        <p:nvSpPr>
          <p:cNvPr id="63" name="任意多边形: 形状 97"/>
          <p:cNvSpPr/>
          <p:nvPr userDrawn="1">
            <p:custDataLst>
              <p:tags r:id="rId52"/>
            </p:custDataLst>
          </p:nvPr>
        </p:nvSpPr>
        <p:spPr>
          <a:xfrm>
            <a:off x="11510010" y="3018790"/>
            <a:ext cx="46355" cy="46355"/>
          </a:xfrm>
          <a:custGeom>
            <a:avLst/>
            <a:gdLst>
              <a:gd name="connsiteX0" fmla="*/ 0 w 55151"/>
              <a:gd name="connsiteY0" fmla="*/ 27283 h 55151"/>
              <a:gd name="connsiteX1" fmla="*/ 27576 w 55151"/>
              <a:gd name="connsiteY1" fmla="*/ 0 h 55151"/>
              <a:gd name="connsiteX2" fmla="*/ 55151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1" y="12028"/>
                  <a:pt x="55151" y="27283"/>
                </a:cubicBezTo>
                <a:cubicBezTo>
                  <a:pt x="55151" y="42831"/>
                  <a:pt x="42830" y="55152"/>
                  <a:pt x="27576" y="55152"/>
                </a:cubicBezTo>
                <a:cubicBezTo>
                  <a:pt x="12028" y="55152"/>
                  <a:pt x="0" y="42831"/>
                  <a:pt x="0" y="27283"/>
                </a:cubicBezTo>
                <a:close/>
              </a:path>
            </a:pathLst>
          </a:custGeom>
          <a:solidFill>
            <a:schemeClr val="accent1"/>
          </a:solidFill>
          <a:ln w="2934" cap="flat">
            <a:noFill/>
            <a:prstDash val="solid"/>
            <a:miter/>
          </a:ln>
        </p:spPr>
        <p:txBody>
          <a:bodyPr rtlCol="0" anchor="ctr"/>
          <a:lstStyle/>
          <a:p>
            <a:endParaRPr lang="zh-CN" altLang="en-US">
              <a:noFill/>
            </a:endParaRPr>
          </a:p>
        </p:txBody>
      </p:sp>
      <p:sp>
        <p:nvSpPr>
          <p:cNvPr id="64" name="任意多边形: 形状 98"/>
          <p:cNvSpPr/>
          <p:nvPr userDrawn="1">
            <p:custDataLst>
              <p:tags r:id="rId53"/>
            </p:custDataLst>
          </p:nvPr>
        </p:nvSpPr>
        <p:spPr>
          <a:xfrm>
            <a:off x="11648440" y="3018790"/>
            <a:ext cx="46355" cy="46355"/>
          </a:xfrm>
          <a:custGeom>
            <a:avLst/>
            <a:gdLst>
              <a:gd name="connsiteX0" fmla="*/ 0 w 55151"/>
              <a:gd name="connsiteY0" fmla="*/ 27283 h 55151"/>
              <a:gd name="connsiteX1" fmla="*/ 27576 w 55151"/>
              <a:gd name="connsiteY1" fmla="*/ 0 h 55151"/>
              <a:gd name="connsiteX2" fmla="*/ 55151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1" y="12028"/>
                  <a:pt x="55151" y="27283"/>
                </a:cubicBezTo>
                <a:cubicBezTo>
                  <a:pt x="55151" y="42831"/>
                  <a:pt x="42830" y="55152"/>
                  <a:pt x="27576" y="55152"/>
                </a:cubicBezTo>
                <a:cubicBezTo>
                  <a:pt x="12028" y="55152"/>
                  <a:pt x="0" y="42831"/>
                  <a:pt x="0" y="27283"/>
                </a:cubicBezTo>
                <a:close/>
              </a:path>
            </a:pathLst>
          </a:custGeom>
          <a:solidFill>
            <a:schemeClr val="accent1"/>
          </a:solidFill>
          <a:ln w="2934" cap="flat">
            <a:noFill/>
            <a:prstDash val="solid"/>
            <a:miter/>
          </a:ln>
        </p:spPr>
        <p:txBody>
          <a:bodyPr rtlCol="0" anchor="ctr"/>
          <a:lstStyle/>
          <a:p>
            <a:endParaRPr lang="zh-CN" altLang="en-US">
              <a:noFill/>
            </a:endParaRPr>
          </a:p>
        </p:txBody>
      </p:sp>
      <p:sp>
        <p:nvSpPr>
          <p:cNvPr id="65" name="任意多边形: 形状 99"/>
          <p:cNvSpPr/>
          <p:nvPr userDrawn="1">
            <p:custDataLst>
              <p:tags r:id="rId54"/>
            </p:custDataLst>
          </p:nvPr>
        </p:nvSpPr>
        <p:spPr>
          <a:xfrm>
            <a:off x="10956925" y="3285490"/>
            <a:ext cx="46355" cy="46355"/>
          </a:xfrm>
          <a:custGeom>
            <a:avLst/>
            <a:gdLst>
              <a:gd name="connsiteX0" fmla="*/ 0 w 55151"/>
              <a:gd name="connsiteY0" fmla="*/ 27283 h 55151"/>
              <a:gd name="connsiteX1" fmla="*/ 27576 w 55151"/>
              <a:gd name="connsiteY1" fmla="*/ 0 h 55151"/>
              <a:gd name="connsiteX2" fmla="*/ 55152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2" y="12028"/>
                  <a:pt x="55152" y="27283"/>
                </a:cubicBezTo>
                <a:cubicBezTo>
                  <a:pt x="55152" y="42830"/>
                  <a:pt x="42830" y="55152"/>
                  <a:pt x="27576" y="55152"/>
                </a:cubicBezTo>
                <a:cubicBezTo>
                  <a:pt x="12028" y="55152"/>
                  <a:pt x="0" y="42830"/>
                  <a:pt x="0" y="27283"/>
                </a:cubicBezTo>
                <a:close/>
              </a:path>
            </a:pathLst>
          </a:custGeom>
          <a:solidFill>
            <a:schemeClr val="accent1"/>
          </a:solidFill>
          <a:ln w="2934" cap="flat">
            <a:noFill/>
            <a:prstDash val="solid"/>
            <a:miter/>
          </a:ln>
        </p:spPr>
        <p:txBody>
          <a:bodyPr rtlCol="0" anchor="ctr"/>
          <a:lstStyle/>
          <a:p>
            <a:endParaRPr lang="zh-CN" altLang="en-US">
              <a:noFill/>
            </a:endParaRPr>
          </a:p>
        </p:txBody>
      </p:sp>
      <p:sp>
        <p:nvSpPr>
          <p:cNvPr id="66" name="任意多边形: 形状 100"/>
          <p:cNvSpPr/>
          <p:nvPr userDrawn="1">
            <p:custDataLst>
              <p:tags r:id="rId55"/>
            </p:custDataLst>
          </p:nvPr>
        </p:nvSpPr>
        <p:spPr>
          <a:xfrm>
            <a:off x="11095355" y="3285490"/>
            <a:ext cx="46355" cy="46355"/>
          </a:xfrm>
          <a:custGeom>
            <a:avLst/>
            <a:gdLst>
              <a:gd name="connsiteX0" fmla="*/ 0 w 55151"/>
              <a:gd name="connsiteY0" fmla="*/ 27283 h 55151"/>
              <a:gd name="connsiteX1" fmla="*/ 27576 w 55151"/>
              <a:gd name="connsiteY1" fmla="*/ 0 h 55151"/>
              <a:gd name="connsiteX2" fmla="*/ 55152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2" y="12028"/>
                  <a:pt x="55152" y="27283"/>
                </a:cubicBezTo>
                <a:cubicBezTo>
                  <a:pt x="55152" y="42830"/>
                  <a:pt x="42830" y="55152"/>
                  <a:pt x="27576" y="55152"/>
                </a:cubicBezTo>
                <a:cubicBezTo>
                  <a:pt x="12028" y="55152"/>
                  <a:pt x="0" y="42830"/>
                  <a:pt x="0" y="27283"/>
                </a:cubicBezTo>
                <a:close/>
              </a:path>
            </a:pathLst>
          </a:custGeom>
          <a:solidFill>
            <a:schemeClr val="accent1"/>
          </a:solidFill>
          <a:ln w="2934" cap="flat">
            <a:noFill/>
            <a:prstDash val="solid"/>
            <a:miter/>
          </a:ln>
        </p:spPr>
        <p:txBody>
          <a:bodyPr rtlCol="0" anchor="ctr"/>
          <a:lstStyle/>
          <a:p>
            <a:endParaRPr lang="zh-CN" altLang="en-US">
              <a:noFill/>
            </a:endParaRPr>
          </a:p>
        </p:txBody>
      </p:sp>
      <p:sp>
        <p:nvSpPr>
          <p:cNvPr id="67" name="任意多边形: 形状 101"/>
          <p:cNvSpPr/>
          <p:nvPr userDrawn="1">
            <p:custDataLst>
              <p:tags r:id="rId56"/>
            </p:custDataLst>
          </p:nvPr>
        </p:nvSpPr>
        <p:spPr>
          <a:xfrm>
            <a:off x="11233150" y="3285490"/>
            <a:ext cx="46355" cy="46355"/>
          </a:xfrm>
          <a:custGeom>
            <a:avLst/>
            <a:gdLst>
              <a:gd name="connsiteX0" fmla="*/ 0 w 55151"/>
              <a:gd name="connsiteY0" fmla="*/ 27283 h 55151"/>
              <a:gd name="connsiteX1" fmla="*/ 27576 w 55151"/>
              <a:gd name="connsiteY1" fmla="*/ 0 h 55151"/>
              <a:gd name="connsiteX2" fmla="*/ 55151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1" y="12028"/>
                  <a:pt x="55151" y="27283"/>
                </a:cubicBezTo>
                <a:cubicBezTo>
                  <a:pt x="55151" y="42830"/>
                  <a:pt x="42830" y="55152"/>
                  <a:pt x="27576" y="55152"/>
                </a:cubicBezTo>
                <a:cubicBezTo>
                  <a:pt x="12028" y="55152"/>
                  <a:pt x="0" y="42830"/>
                  <a:pt x="0" y="27283"/>
                </a:cubicBezTo>
                <a:close/>
              </a:path>
            </a:pathLst>
          </a:custGeom>
          <a:solidFill>
            <a:schemeClr val="accent1"/>
          </a:solidFill>
          <a:ln w="2934" cap="flat">
            <a:noFill/>
            <a:prstDash val="solid"/>
            <a:miter/>
          </a:ln>
        </p:spPr>
        <p:txBody>
          <a:bodyPr rtlCol="0" anchor="ctr"/>
          <a:lstStyle/>
          <a:p>
            <a:endParaRPr lang="zh-CN" altLang="en-US">
              <a:noFill/>
            </a:endParaRPr>
          </a:p>
        </p:txBody>
      </p:sp>
      <p:sp>
        <p:nvSpPr>
          <p:cNvPr id="68" name="任意多边形: 形状 102"/>
          <p:cNvSpPr/>
          <p:nvPr userDrawn="1">
            <p:custDataLst>
              <p:tags r:id="rId57"/>
            </p:custDataLst>
          </p:nvPr>
        </p:nvSpPr>
        <p:spPr>
          <a:xfrm>
            <a:off x="11371580" y="3285490"/>
            <a:ext cx="46355" cy="46355"/>
          </a:xfrm>
          <a:custGeom>
            <a:avLst/>
            <a:gdLst>
              <a:gd name="connsiteX0" fmla="*/ 0 w 55151"/>
              <a:gd name="connsiteY0" fmla="*/ 27283 h 55151"/>
              <a:gd name="connsiteX1" fmla="*/ 27576 w 55151"/>
              <a:gd name="connsiteY1" fmla="*/ 0 h 55151"/>
              <a:gd name="connsiteX2" fmla="*/ 55151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1" y="12028"/>
                  <a:pt x="55151" y="27283"/>
                </a:cubicBezTo>
                <a:cubicBezTo>
                  <a:pt x="55151" y="42830"/>
                  <a:pt x="42830" y="55152"/>
                  <a:pt x="27576" y="55152"/>
                </a:cubicBezTo>
                <a:cubicBezTo>
                  <a:pt x="12028" y="55152"/>
                  <a:pt x="0" y="42830"/>
                  <a:pt x="0" y="27283"/>
                </a:cubicBezTo>
                <a:close/>
              </a:path>
            </a:pathLst>
          </a:custGeom>
          <a:solidFill>
            <a:schemeClr val="accent1"/>
          </a:solidFill>
          <a:ln w="2934" cap="flat">
            <a:noFill/>
            <a:prstDash val="solid"/>
            <a:miter/>
          </a:ln>
        </p:spPr>
        <p:txBody>
          <a:bodyPr rtlCol="0" anchor="ctr"/>
          <a:lstStyle/>
          <a:p>
            <a:endParaRPr lang="zh-CN" altLang="en-US">
              <a:noFill/>
            </a:endParaRPr>
          </a:p>
        </p:txBody>
      </p:sp>
      <p:sp>
        <p:nvSpPr>
          <p:cNvPr id="69" name="任意多边形: 形状 103"/>
          <p:cNvSpPr/>
          <p:nvPr userDrawn="1">
            <p:custDataLst>
              <p:tags r:id="rId58"/>
            </p:custDataLst>
          </p:nvPr>
        </p:nvSpPr>
        <p:spPr>
          <a:xfrm>
            <a:off x="11510010" y="3285490"/>
            <a:ext cx="46355" cy="46355"/>
          </a:xfrm>
          <a:custGeom>
            <a:avLst/>
            <a:gdLst>
              <a:gd name="connsiteX0" fmla="*/ 0 w 55151"/>
              <a:gd name="connsiteY0" fmla="*/ 27283 h 55151"/>
              <a:gd name="connsiteX1" fmla="*/ 27576 w 55151"/>
              <a:gd name="connsiteY1" fmla="*/ 0 h 55151"/>
              <a:gd name="connsiteX2" fmla="*/ 55151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1" y="12028"/>
                  <a:pt x="55151" y="27283"/>
                </a:cubicBezTo>
                <a:cubicBezTo>
                  <a:pt x="55151" y="42830"/>
                  <a:pt x="42830" y="55152"/>
                  <a:pt x="27576" y="55152"/>
                </a:cubicBezTo>
                <a:cubicBezTo>
                  <a:pt x="12028" y="55152"/>
                  <a:pt x="0" y="42830"/>
                  <a:pt x="0" y="27283"/>
                </a:cubicBezTo>
                <a:close/>
              </a:path>
            </a:pathLst>
          </a:custGeom>
          <a:solidFill>
            <a:schemeClr val="accent1"/>
          </a:solidFill>
          <a:ln w="2934" cap="flat">
            <a:noFill/>
            <a:prstDash val="solid"/>
            <a:miter/>
          </a:ln>
        </p:spPr>
        <p:txBody>
          <a:bodyPr rtlCol="0" anchor="ctr"/>
          <a:lstStyle/>
          <a:p>
            <a:endParaRPr lang="zh-CN" altLang="en-US">
              <a:noFill/>
            </a:endParaRPr>
          </a:p>
        </p:txBody>
      </p:sp>
      <p:sp>
        <p:nvSpPr>
          <p:cNvPr id="70" name="任意多边形: 形状 104"/>
          <p:cNvSpPr/>
          <p:nvPr userDrawn="1">
            <p:custDataLst>
              <p:tags r:id="rId59"/>
            </p:custDataLst>
          </p:nvPr>
        </p:nvSpPr>
        <p:spPr>
          <a:xfrm>
            <a:off x="11648440" y="3285490"/>
            <a:ext cx="46355" cy="46355"/>
          </a:xfrm>
          <a:custGeom>
            <a:avLst/>
            <a:gdLst>
              <a:gd name="connsiteX0" fmla="*/ 0 w 55151"/>
              <a:gd name="connsiteY0" fmla="*/ 27283 h 55151"/>
              <a:gd name="connsiteX1" fmla="*/ 27576 w 55151"/>
              <a:gd name="connsiteY1" fmla="*/ 0 h 55151"/>
              <a:gd name="connsiteX2" fmla="*/ 55151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1" y="12028"/>
                  <a:pt x="55151" y="27283"/>
                </a:cubicBezTo>
                <a:cubicBezTo>
                  <a:pt x="55151" y="42830"/>
                  <a:pt x="42830" y="55152"/>
                  <a:pt x="27576" y="55152"/>
                </a:cubicBezTo>
                <a:cubicBezTo>
                  <a:pt x="12028" y="55152"/>
                  <a:pt x="0" y="42830"/>
                  <a:pt x="0" y="27283"/>
                </a:cubicBezTo>
                <a:close/>
              </a:path>
            </a:pathLst>
          </a:custGeom>
          <a:solidFill>
            <a:schemeClr val="accent1"/>
          </a:solidFill>
          <a:ln w="2934" cap="flat">
            <a:noFill/>
            <a:prstDash val="solid"/>
            <a:miter/>
          </a:ln>
        </p:spPr>
        <p:txBody>
          <a:bodyPr rtlCol="0" anchor="ctr"/>
          <a:lstStyle/>
          <a:p>
            <a:endParaRPr lang="zh-CN" altLang="en-US">
              <a:noFill/>
            </a:endParaRPr>
          </a:p>
        </p:txBody>
      </p:sp>
      <p:sp>
        <p:nvSpPr>
          <p:cNvPr id="2" name="标题 1"/>
          <p:cNvSpPr>
            <a:spLocks noGrp="1"/>
          </p:cNvSpPr>
          <p:nvPr>
            <p:ph type="ctrTitle" hasCustomPrompt="1"/>
            <p:custDataLst>
              <p:tags r:id="rId60"/>
            </p:custDataLst>
          </p:nvPr>
        </p:nvSpPr>
        <p:spPr>
          <a:xfrm>
            <a:off x="838200" y="1656000"/>
            <a:ext cx="10515600" cy="1800000"/>
          </a:xfrm>
        </p:spPr>
        <p:txBody>
          <a:bodyPr anchor="b">
            <a:normAutofit/>
          </a:bodyPr>
          <a:lstStyle>
            <a:lvl1pPr algn="ctr">
              <a:lnSpc>
                <a:spcPct val="100000"/>
              </a:lnSpc>
              <a:defRPr sz="6600"/>
            </a:lvl1pPr>
          </a:lstStyle>
          <a:p>
            <a:r>
              <a:rPr lang="zh-CN" altLang="en-US" dirty="0"/>
              <a:t>单击添加文档标题</a:t>
            </a:r>
            <a:endParaRPr lang="zh-CN" altLang="en-US" dirty="0"/>
          </a:p>
        </p:txBody>
      </p:sp>
      <p:sp>
        <p:nvSpPr>
          <p:cNvPr id="3" name="副标题 2"/>
          <p:cNvSpPr>
            <a:spLocks noGrp="1"/>
          </p:cNvSpPr>
          <p:nvPr>
            <p:ph type="subTitle" idx="1"/>
            <p:custDataLst>
              <p:tags r:id="rId61"/>
            </p:custDataLst>
          </p:nvPr>
        </p:nvSpPr>
        <p:spPr>
          <a:xfrm>
            <a:off x="838200" y="3705186"/>
            <a:ext cx="10515600" cy="866814"/>
          </a:xfrm>
        </p:spPr>
        <p:txBody>
          <a:bodyPr>
            <a:normAutofit/>
          </a:bodyPr>
          <a:lstStyle>
            <a:lvl1pPr marL="0" indent="0" algn="ctr">
              <a:lnSpc>
                <a:spcPct val="100000"/>
              </a:lnSpc>
              <a:buNone/>
              <a:defRPr sz="1800">
                <a:solidFill>
                  <a:schemeClr val="tx1">
                    <a:lumMod val="65000"/>
                    <a:lumOff val="3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4" name="日期占位符 3"/>
          <p:cNvSpPr>
            <a:spLocks noGrp="1"/>
          </p:cNvSpPr>
          <p:nvPr>
            <p:ph type="dt" sz="half" idx="10"/>
            <p:custDataLst>
              <p:tags r:id="rId62"/>
            </p:custDataLst>
          </p:nvPr>
        </p:nvSpPr>
        <p:spPr/>
        <p:txBody>
          <a:bodyPr>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63"/>
            </p:custDataLst>
          </p:nvPr>
        </p:nvSpPr>
        <p:spPr/>
        <p:txBody>
          <a:bodyPr>
            <a:normAutofit/>
          </a:bodyPr>
          <a:lstStyle/>
          <a:p>
            <a:endParaRPr lang="zh-CN" altLang="en-US" dirty="0"/>
          </a:p>
        </p:txBody>
      </p:sp>
      <p:sp>
        <p:nvSpPr>
          <p:cNvPr id="6" name="灯片编号占位符 5"/>
          <p:cNvSpPr>
            <a:spLocks noGrp="1"/>
          </p:cNvSpPr>
          <p:nvPr>
            <p:ph type="sldNum" sz="quarter" idx="12"/>
            <p:custDataLst>
              <p:tags r:id="rId64"/>
            </p:custDataLst>
          </p:nvPr>
        </p:nvSpPr>
        <p:spPr>
          <a:xfrm>
            <a:off x="8610600" y="6356350"/>
            <a:ext cx="2743200" cy="365125"/>
          </a:xfrm>
        </p:spPr>
        <p:txBody>
          <a:bodyPr>
            <a:normAutofit/>
          </a:bodyPr>
          <a:lstStyle/>
          <a:p>
            <a:fld id="{BE5F26B5-172A-4DC2-B0B7-181CFC56B87C}" type="slidenum">
              <a:rPr lang="zh-CN" altLang="en-US" smtClean="0"/>
            </a:fld>
            <a:endParaRPr lang="zh-CN" altLang="en-US"/>
          </a:p>
        </p:txBody>
      </p:sp>
      <p:sp>
        <p:nvSpPr>
          <p:cNvPr id="24" name="文本占位符 23"/>
          <p:cNvSpPr>
            <a:spLocks noGrp="1"/>
          </p:cNvSpPr>
          <p:nvPr>
            <p:ph type="body" sz="quarter" idx="17" hasCustomPrompt="1"/>
            <p:custDataLst>
              <p:tags r:id="rId65"/>
            </p:custDataLst>
          </p:nvPr>
        </p:nvSpPr>
        <p:spPr>
          <a:xfrm>
            <a:off x="4781641" y="4586170"/>
            <a:ext cx="2743200" cy="504000"/>
          </a:xfrm>
          <a:prstGeom prst="roundRect">
            <a:avLst>
              <a:gd name="adj" fmla="val 50000"/>
            </a:avLst>
          </a:prstGeom>
          <a:noFill/>
          <a:ln>
            <a:solidFill>
              <a:schemeClr val="accent1"/>
            </a:solidFill>
          </a:ln>
        </p:spPr>
        <p:txBody>
          <a:bodyPr anchor="ctr">
            <a:normAutofit/>
          </a:bodyPr>
          <a:lstStyle>
            <a:lvl1pPr marL="0" indent="0" algn="ctr">
              <a:lnSpc>
                <a:spcPct val="100000"/>
              </a:lnSpc>
              <a:buNone/>
              <a:defRPr sz="1400" b="1">
                <a:solidFill>
                  <a:schemeClr val="accent6"/>
                </a:solidFill>
              </a:defRPr>
            </a:lvl1pPr>
          </a:lstStyle>
          <a:p>
            <a:pPr lvl="0"/>
            <a:r>
              <a:rPr lang="zh-CN" altLang="en-US" dirty="0"/>
              <a:t>署名占位符</a:t>
            </a:r>
            <a:endParaRPr lang="zh-CN" altLang="en-US" dirty="0"/>
          </a:p>
        </p:txBody>
      </p:sp>
      <p:sp>
        <p:nvSpPr>
          <p:cNvPr id="74" name="文本占位符 9"/>
          <p:cNvSpPr>
            <a:spLocks noGrp="1"/>
          </p:cNvSpPr>
          <p:nvPr>
            <p:ph type="body" sz="quarter" idx="18" hasCustomPrompt="1"/>
            <p:custDataLst>
              <p:tags r:id="rId66"/>
            </p:custDataLst>
          </p:nvPr>
        </p:nvSpPr>
        <p:spPr>
          <a:xfrm>
            <a:off x="486770" y="330199"/>
            <a:ext cx="1546568" cy="504000"/>
          </a:xfrm>
        </p:spPr>
        <p:txBody>
          <a:bodyPr anchor="ctr">
            <a:normAutofit/>
          </a:bodyPr>
          <a:lstStyle>
            <a:lvl1pPr marL="0" indent="0">
              <a:lnSpc>
                <a:spcPct val="100000"/>
              </a:lnSpc>
              <a:buNone/>
              <a:defRPr sz="1200" b="1"/>
            </a:lvl1pPr>
          </a:lstStyle>
          <a:p>
            <a:pPr lvl="0"/>
            <a:r>
              <a:rPr lang="zh-CN" altLang="en-US" dirty="0"/>
              <a:t>公司名占位符</a:t>
            </a:r>
            <a:endParaRPr lang="zh-CN" altLang="en-US" dirty="0"/>
          </a:p>
        </p:txBody>
      </p:sp>
      <p:sp>
        <p:nvSpPr>
          <p:cNvPr id="75" name="文本占位符 13"/>
          <p:cNvSpPr>
            <a:spLocks noGrp="1"/>
          </p:cNvSpPr>
          <p:nvPr>
            <p:ph type="body" sz="quarter" idx="14" hasCustomPrompt="1"/>
            <p:custDataLst>
              <p:tags r:id="rId67"/>
            </p:custDataLst>
          </p:nvPr>
        </p:nvSpPr>
        <p:spPr>
          <a:xfrm>
            <a:off x="8825231" y="326198"/>
            <a:ext cx="2880000" cy="504000"/>
          </a:xfrm>
        </p:spPr>
        <p:txBody>
          <a:bodyPr anchor="ctr">
            <a:normAutofit/>
          </a:bodyPr>
          <a:lstStyle>
            <a:lvl1pPr marL="0" indent="0" algn="r">
              <a:lnSpc>
                <a:spcPct val="100000"/>
              </a:lnSpc>
              <a:buNone/>
              <a:defRPr sz="1200" b="1">
                <a:solidFill>
                  <a:schemeClr val="accent6"/>
                </a:solidFill>
              </a:defRPr>
            </a:lvl1pPr>
          </a:lstStyle>
          <a:p>
            <a:pPr lvl="0"/>
            <a:r>
              <a:rPr lang="zh-CN" altLang="en-US" dirty="0"/>
              <a:t>日期时间占位符</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a:lstStyle/>
          <a:p>
            <a:r>
              <a:rPr lang="zh-CN" altLang="en-US" dirty="0"/>
              <a:t>单击此处编辑母版标题样式</a:t>
            </a:r>
            <a:endParaRPr lang="zh-CN" altLang="en-US" dirty="0"/>
          </a:p>
        </p:txBody>
      </p:sp>
      <p:sp>
        <p:nvSpPr>
          <p:cNvPr id="3" name="内容占位符 2"/>
          <p:cNvSpPr>
            <a:spLocks noGrp="1"/>
          </p:cNvSpPr>
          <p:nvPr>
            <p:ph idx="1"/>
            <p:custDataLst>
              <p:tags r:id="rId3"/>
            </p:custDataLst>
          </p:nvPr>
        </p:nvSpPr>
        <p:spPr/>
        <p:txBody>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日期占位符 3"/>
          <p:cNvSpPr>
            <a:spLocks noGrp="1"/>
          </p:cNvSpPr>
          <p:nvPr>
            <p:ph type="dt" sz="half" idx="10"/>
            <p:custDataLst>
              <p:tags r:id="rId4"/>
            </p:custDataLst>
          </p:nvPr>
        </p:nvSpPr>
        <p:spPr/>
        <p:txBody>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BE5F26B5-172A-4DC2-B0B7-181CFC56B87C}"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目录">
    <p:bg>
      <p:bgPr>
        <a:solidFill>
          <a:schemeClr val="bg2"/>
        </a:solidFill>
        <a:effectLst/>
      </p:bgPr>
    </p:bg>
    <p:spTree>
      <p:nvGrpSpPr>
        <p:cNvPr id="1" name=""/>
        <p:cNvGrpSpPr/>
        <p:nvPr/>
      </p:nvGrpSpPr>
      <p:grpSpPr>
        <a:xfrm>
          <a:off x="0" y="0"/>
          <a:ext cx="0" cy="0"/>
          <a:chOff x="0" y="0"/>
          <a:chExt cx="0" cy="0"/>
        </a:xfrm>
      </p:grpSpPr>
      <p:sp>
        <p:nvSpPr>
          <p:cNvPr id="85" name="任意多边形: 形状 84"/>
          <p:cNvSpPr/>
          <p:nvPr userDrawn="1">
            <p:custDataLst>
              <p:tags r:id="rId2"/>
            </p:custDataLst>
          </p:nvPr>
        </p:nvSpPr>
        <p:spPr>
          <a:xfrm>
            <a:off x="0" y="815926"/>
            <a:ext cx="3010487" cy="5732586"/>
          </a:xfrm>
          <a:custGeom>
            <a:avLst/>
            <a:gdLst>
              <a:gd name="connsiteX0" fmla="*/ 144194 w 3010487"/>
              <a:gd name="connsiteY0" fmla="*/ 0 h 5732586"/>
              <a:gd name="connsiteX1" fmla="*/ 3010487 w 3010487"/>
              <a:gd name="connsiteY1" fmla="*/ 2866293 h 5732586"/>
              <a:gd name="connsiteX2" fmla="*/ 144194 w 3010487"/>
              <a:gd name="connsiteY2" fmla="*/ 5732586 h 5732586"/>
              <a:gd name="connsiteX3" fmla="*/ 0 w 3010487"/>
              <a:gd name="connsiteY3" fmla="*/ 5728940 h 5732586"/>
              <a:gd name="connsiteX4" fmla="*/ 0 w 3010487"/>
              <a:gd name="connsiteY4" fmla="*/ 3646 h 57325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0487" h="5732586">
                <a:moveTo>
                  <a:pt x="144194" y="0"/>
                </a:moveTo>
                <a:cubicBezTo>
                  <a:pt x="1727204" y="0"/>
                  <a:pt x="3010487" y="1283283"/>
                  <a:pt x="3010487" y="2866293"/>
                </a:cubicBezTo>
                <a:cubicBezTo>
                  <a:pt x="3010487" y="4449303"/>
                  <a:pt x="1727204" y="5732586"/>
                  <a:pt x="144194" y="5732586"/>
                </a:cubicBezTo>
                <a:lnTo>
                  <a:pt x="0" y="5728940"/>
                </a:lnTo>
                <a:lnTo>
                  <a:pt x="0" y="3646"/>
                </a:lnTo>
                <a:close/>
              </a:path>
            </a:pathLst>
          </a:custGeom>
          <a:solidFill>
            <a:schemeClr val="accent6"/>
          </a:solidFill>
          <a:ln w="2934"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solidFill>
                <a:schemeClr val="tx1"/>
              </a:solidFill>
            </a:endParaRPr>
          </a:p>
        </p:txBody>
      </p:sp>
      <p:sp>
        <p:nvSpPr>
          <p:cNvPr id="109" name="任意多边形: 形状 108"/>
          <p:cNvSpPr/>
          <p:nvPr userDrawn="1">
            <p:custDataLst>
              <p:tags r:id="rId3"/>
            </p:custDataLst>
          </p:nvPr>
        </p:nvSpPr>
        <p:spPr>
          <a:xfrm>
            <a:off x="1019810" y="5229225"/>
            <a:ext cx="73025" cy="73025"/>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1"/>
                  <a:pt x="42830" y="55151"/>
                  <a:pt x="27575" y="55151"/>
                </a:cubicBezTo>
                <a:cubicBezTo>
                  <a:pt x="12027" y="55151"/>
                  <a:pt x="0" y="42537"/>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a:p>
        </p:txBody>
      </p:sp>
      <p:sp>
        <p:nvSpPr>
          <p:cNvPr id="110" name="任意多边形: 形状 109"/>
          <p:cNvSpPr/>
          <p:nvPr userDrawn="1">
            <p:custDataLst>
              <p:tags r:id="rId4"/>
            </p:custDataLst>
          </p:nvPr>
        </p:nvSpPr>
        <p:spPr>
          <a:xfrm>
            <a:off x="1236980" y="5229225"/>
            <a:ext cx="73025" cy="73025"/>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1"/>
                  <a:pt x="42830" y="55151"/>
                  <a:pt x="27575" y="55151"/>
                </a:cubicBezTo>
                <a:cubicBezTo>
                  <a:pt x="12027" y="55151"/>
                  <a:pt x="0" y="42537"/>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a:p>
        </p:txBody>
      </p:sp>
      <p:sp>
        <p:nvSpPr>
          <p:cNvPr id="111" name="任意多边形: 形状 110"/>
          <p:cNvSpPr/>
          <p:nvPr userDrawn="1">
            <p:custDataLst>
              <p:tags r:id="rId5"/>
            </p:custDataLst>
          </p:nvPr>
        </p:nvSpPr>
        <p:spPr>
          <a:xfrm>
            <a:off x="1454785" y="5229225"/>
            <a:ext cx="73025" cy="73025"/>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1"/>
                  <a:pt x="42830" y="55151"/>
                  <a:pt x="27575" y="55151"/>
                </a:cubicBezTo>
                <a:cubicBezTo>
                  <a:pt x="12027" y="55151"/>
                  <a:pt x="0" y="42537"/>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a:p>
        </p:txBody>
      </p:sp>
      <p:sp>
        <p:nvSpPr>
          <p:cNvPr id="112" name="任意多边形: 形状 111"/>
          <p:cNvSpPr/>
          <p:nvPr userDrawn="1">
            <p:custDataLst>
              <p:tags r:id="rId6"/>
            </p:custDataLst>
          </p:nvPr>
        </p:nvSpPr>
        <p:spPr>
          <a:xfrm>
            <a:off x="1672590" y="5229225"/>
            <a:ext cx="73025" cy="73025"/>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1"/>
                  <a:pt x="42830" y="55151"/>
                  <a:pt x="27575" y="55151"/>
                </a:cubicBezTo>
                <a:cubicBezTo>
                  <a:pt x="12027" y="55151"/>
                  <a:pt x="0" y="42537"/>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a:p>
        </p:txBody>
      </p:sp>
      <p:sp>
        <p:nvSpPr>
          <p:cNvPr id="113" name="任意多边形: 形状 112"/>
          <p:cNvSpPr/>
          <p:nvPr userDrawn="1">
            <p:custDataLst>
              <p:tags r:id="rId7"/>
            </p:custDataLst>
          </p:nvPr>
        </p:nvSpPr>
        <p:spPr>
          <a:xfrm>
            <a:off x="1889760" y="5229225"/>
            <a:ext cx="73025" cy="73025"/>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1"/>
                  <a:pt x="42830" y="55151"/>
                  <a:pt x="27575" y="55151"/>
                </a:cubicBezTo>
                <a:cubicBezTo>
                  <a:pt x="12027" y="55151"/>
                  <a:pt x="0" y="42537"/>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a:p>
        </p:txBody>
      </p:sp>
      <p:sp>
        <p:nvSpPr>
          <p:cNvPr id="114" name="任意多边形: 形状 113"/>
          <p:cNvSpPr/>
          <p:nvPr userDrawn="1">
            <p:custDataLst>
              <p:tags r:id="rId8"/>
            </p:custDataLst>
          </p:nvPr>
        </p:nvSpPr>
        <p:spPr>
          <a:xfrm>
            <a:off x="2107565" y="5229225"/>
            <a:ext cx="73025" cy="73025"/>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1"/>
                  <a:pt x="42830" y="55151"/>
                  <a:pt x="27575" y="55151"/>
                </a:cubicBezTo>
                <a:cubicBezTo>
                  <a:pt x="12027" y="55151"/>
                  <a:pt x="0" y="42537"/>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a:p>
        </p:txBody>
      </p:sp>
      <p:sp>
        <p:nvSpPr>
          <p:cNvPr id="103" name="任意多边形: 形状 102"/>
          <p:cNvSpPr/>
          <p:nvPr userDrawn="1">
            <p:custDataLst>
              <p:tags r:id="rId9"/>
            </p:custDataLst>
          </p:nvPr>
        </p:nvSpPr>
        <p:spPr>
          <a:xfrm>
            <a:off x="1019810" y="5518785"/>
            <a:ext cx="73025" cy="73025"/>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0"/>
                  <a:pt x="42830" y="55151"/>
                  <a:pt x="27575" y="55151"/>
                </a:cubicBezTo>
                <a:cubicBezTo>
                  <a:pt x="12027" y="55151"/>
                  <a:pt x="0" y="42830"/>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a:p>
        </p:txBody>
      </p:sp>
      <p:sp>
        <p:nvSpPr>
          <p:cNvPr id="104" name="任意多边形: 形状 103"/>
          <p:cNvSpPr/>
          <p:nvPr userDrawn="1">
            <p:custDataLst>
              <p:tags r:id="rId10"/>
            </p:custDataLst>
          </p:nvPr>
        </p:nvSpPr>
        <p:spPr>
          <a:xfrm>
            <a:off x="1236980" y="5518785"/>
            <a:ext cx="73025" cy="73025"/>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0"/>
                  <a:pt x="42830" y="55151"/>
                  <a:pt x="27575" y="55151"/>
                </a:cubicBezTo>
                <a:cubicBezTo>
                  <a:pt x="12027" y="55151"/>
                  <a:pt x="0" y="42830"/>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a:p>
        </p:txBody>
      </p:sp>
      <p:sp>
        <p:nvSpPr>
          <p:cNvPr id="105" name="任意多边形: 形状 104"/>
          <p:cNvSpPr/>
          <p:nvPr userDrawn="1">
            <p:custDataLst>
              <p:tags r:id="rId11"/>
            </p:custDataLst>
          </p:nvPr>
        </p:nvSpPr>
        <p:spPr>
          <a:xfrm>
            <a:off x="1454785" y="5518785"/>
            <a:ext cx="73025" cy="73025"/>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0"/>
                  <a:pt x="42830" y="55151"/>
                  <a:pt x="27575" y="55151"/>
                </a:cubicBezTo>
                <a:cubicBezTo>
                  <a:pt x="12027" y="55151"/>
                  <a:pt x="0" y="42830"/>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a:p>
        </p:txBody>
      </p:sp>
      <p:sp>
        <p:nvSpPr>
          <p:cNvPr id="106" name="任意多边形: 形状 105"/>
          <p:cNvSpPr/>
          <p:nvPr userDrawn="1">
            <p:custDataLst>
              <p:tags r:id="rId12"/>
            </p:custDataLst>
          </p:nvPr>
        </p:nvSpPr>
        <p:spPr>
          <a:xfrm>
            <a:off x="1672590" y="5518785"/>
            <a:ext cx="73025" cy="73025"/>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0"/>
                  <a:pt x="42830" y="55151"/>
                  <a:pt x="27575" y="55151"/>
                </a:cubicBezTo>
                <a:cubicBezTo>
                  <a:pt x="12027" y="55151"/>
                  <a:pt x="0" y="42830"/>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a:p>
        </p:txBody>
      </p:sp>
      <p:sp>
        <p:nvSpPr>
          <p:cNvPr id="107" name="任意多边形: 形状 106"/>
          <p:cNvSpPr/>
          <p:nvPr userDrawn="1">
            <p:custDataLst>
              <p:tags r:id="rId13"/>
            </p:custDataLst>
          </p:nvPr>
        </p:nvSpPr>
        <p:spPr>
          <a:xfrm>
            <a:off x="1889760" y="5518785"/>
            <a:ext cx="73025" cy="73025"/>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0"/>
                  <a:pt x="42830" y="55151"/>
                  <a:pt x="27575" y="55151"/>
                </a:cubicBezTo>
                <a:cubicBezTo>
                  <a:pt x="12027" y="55151"/>
                  <a:pt x="0" y="42830"/>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a:p>
        </p:txBody>
      </p:sp>
      <p:sp>
        <p:nvSpPr>
          <p:cNvPr id="108" name="任意多边形: 形状 107"/>
          <p:cNvSpPr/>
          <p:nvPr userDrawn="1">
            <p:custDataLst>
              <p:tags r:id="rId14"/>
            </p:custDataLst>
          </p:nvPr>
        </p:nvSpPr>
        <p:spPr>
          <a:xfrm>
            <a:off x="2107565" y="5518785"/>
            <a:ext cx="73025" cy="73025"/>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0"/>
                  <a:pt x="42830" y="55151"/>
                  <a:pt x="27575" y="55151"/>
                </a:cubicBezTo>
                <a:cubicBezTo>
                  <a:pt x="12027" y="55151"/>
                  <a:pt x="0" y="42830"/>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a:p>
        </p:txBody>
      </p:sp>
      <p:sp>
        <p:nvSpPr>
          <p:cNvPr id="97" name="任意多边形: 形状 96"/>
          <p:cNvSpPr/>
          <p:nvPr userDrawn="1">
            <p:custDataLst>
              <p:tags r:id="rId15"/>
            </p:custDataLst>
          </p:nvPr>
        </p:nvSpPr>
        <p:spPr>
          <a:xfrm>
            <a:off x="1019810" y="5820410"/>
            <a:ext cx="73025" cy="73025"/>
          </a:xfrm>
          <a:custGeom>
            <a:avLst/>
            <a:gdLst>
              <a:gd name="connsiteX0" fmla="*/ 0 w 55150"/>
              <a:gd name="connsiteY0" fmla="*/ 27283 h 55151"/>
              <a:gd name="connsiteX1" fmla="*/ 27575 w 55150"/>
              <a:gd name="connsiteY1" fmla="*/ 0 h 55151"/>
              <a:gd name="connsiteX2" fmla="*/ 55151 w 55150"/>
              <a:gd name="connsiteY2" fmla="*/ 27283 h 55151"/>
              <a:gd name="connsiteX3" fmla="*/ 27575 w 55150"/>
              <a:gd name="connsiteY3" fmla="*/ 55152 h 55151"/>
              <a:gd name="connsiteX4" fmla="*/ 0 w 55150"/>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3"/>
                </a:moveTo>
                <a:cubicBezTo>
                  <a:pt x="0" y="12028"/>
                  <a:pt x="12027" y="0"/>
                  <a:pt x="27575" y="0"/>
                </a:cubicBezTo>
                <a:cubicBezTo>
                  <a:pt x="42830" y="0"/>
                  <a:pt x="55151" y="12028"/>
                  <a:pt x="55151" y="27283"/>
                </a:cubicBezTo>
                <a:cubicBezTo>
                  <a:pt x="55151" y="42831"/>
                  <a:pt x="42830" y="55152"/>
                  <a:pt x="27575" y="55152"/>
                </a:cubicBezTo>
                <a:cubicBezTo>
                  <a:pt x="12027" y="55152"/>
                  <a:pt x="0" y="42831"/>
                  <a:pt x="0" y="27283"/>
                </a:cubicBezTo>
                <a:close/>
              </a:path>
            </a:pathLst>
          </a:custGeom>
          <a:solidFill>
            <a:schemeClr val="accent1">
              <a:lumMod val="60000"/>
              <a:lumOff val="40000"/>
            </a:schemeClr>
          </a:solidFill>
          <a:ln w="2934" cap="flat">
            <a:noFill/>
            <a:prstDash val="solid"/>
            <a:miter/>
          </a:ln>
        </p:spPr>
        <p:txBody>
          <a:bodyPr rtlCol="0" anchor="ctr"/>
          <a:lstStyle/>
          <a:p>
            <a:endParaRPr lang="zh-CN" altLang="en-US"/>
          </a:p>
        </p:txBody>
      </p:sp>
      <p:sp>
        <p:nvSpPr>
          <p:cNvPr id="98" name="任意多边形: 形状 97"/>
          <p:cNvSpPr/>
          <p:nvPr userDrawn="1">
            <p:custDataLst>
              <p:tags r:id="rId16"/>
            </p:custDataLst>
          </p:nvPr>
        </p:nvSpPr>
        <p:spPr>
          <a:xfrm>
            <a:off x="1236980" y="5820410"/>
            <a:ext cx="73025" cy="73025"/>
          </a:xfrm>
          <a:custGeom>
            <a:avLst/>
            <a:gdLst>
              <a:gd name="connsiteX0" fmla="*/ 0 w 55150"/>
              <a:gd name="connsiteY0" fmla="*/ 27283 h 55151"/>
              <a:gd name="connsiteX1" fmla="*/ 27575 w 55150"/>
              <a:gd name="connsiteY1" fmla="*/ 0 h 55151"/>
              <a:gd name="connsiteX2" fmla="*/ 55151 w 55150"/>
              <a:gd name="connsiteY2" fmla="*/ 27283 h 55151"/>
              <a:gd name="connsiteX3" fmla="*/ 27575 w 55150"/>
              <a:gd name="connsiteY3" fmla="*/ 55152 h 55151"/>
              <a:gd name="connsiteX4" fmla="*/ 0 w 55150"/>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3"/>
                </a:moveTo>
                <a:cubicBezTo>
                  <a:pt x="0" y="12028"/>
                  <a:pt x="12027" y="0"/>
                  <a:pt x="27575" y="0"/>
                </a:cubicBezTo>
                <a:cubicBezTo>
                  <a:pt x="42830" y="0"/>
                  <a:pt x="55151" y="12028"/>
                  <a:pt x="55151" y="27283"/>
                </a:cubicBezTo>
                <a:cubicBezTo>
                  <a:pt x="55151" y="42831"/>
                  <a:pt x="42830" y="55152"/>
                  <a:pt x="27575" y="55152"/>
                </a:cubicBezTo>
                <a:cubicBezTo>
                  <a:pt x="12027" y="55152"/>
                  <a:pt x="0" y="42831"/>
                  <a:pt x="0" y="27283"/>
                </a:cubicBezTo>
                <a:close/>
              </a:path>
            </a:pathLst>
          </a:custGeom>
          <a:solidFill>
            <a:schemeClr val="accent1">
              <a:lumMod val="60000"/>
              <a:lumOff val="40000"/>
            </a:schemeClr>
          </a:solidFill>
          <a:ln w="2934" cap="flat">
            <a:noFill/>
            <a:prstDash val="solid"/>
            <a:miter/>
          </a:ln>
        </p:spPr>
        <p:txBody>
          <a:bodyPr rtlCol="0" anchor="ctr"/>
          <a:lstStyle/>
          <a:p>
            <a:endParaRPr lang="zh-CN" altLang="en-US"/>
          </a:p>
        </p:txBody>
      </p:sp>
      <p:sp>
        <p:nvSpPr>
          <p:cNvPr id="99" name="任意多边形: 形状 98"/>
          <p:cNvSpPr/>
          <p:nvPr userDrawn="1">
            <p:custDataLst>
              <p:tags r:id="rId17"/>
            </p:custDataLst>
          </p:nvPr>
        </p:nvSpPr>
        <p:spPr>
          <a:xfrm>
            <a:off x="1454785" y="5820410"/>
            <a:ext cx="73025" cy="73025"/>
          </a:xfrm>
          <a:custGeom>
            <a:avLst/>
            <a:gdLst>
              <a:gd name="connsiteX0" fmla="*/ 0 w 55150"/>
              <a:gd name="connsiteY0" fmla="*/ 27283 h 55151"/>
              <a:gd name="connsiteX1" fmla="*/ 27575 w 55150"/>
              <a:gd name="connsiteY1" fmla="*/ 0 h 55151"/>
              <a:gd name="connsiteX2" fmla="*/ 55151 w 55150"/>
              <a:gd name="connsiteY2" fmla="*/ 27283 h 55151"/>
              <a:gd name="connsiteX3" fmla="*/ 27575 w 55150"/>
              <a:gd name="connsiteY3" fmla="*/ 55152 h 55151"/>
              <a:gd name="connsiteX4" fmla="*/ 0 w 55150"/>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3"/>
                </a:moveTo>
                <a:cubicBezTo>
                  <a:pt x="0" y="12028"/>
                  <a:pt x="12027" y="0"/>
                  <a:pt x="27575" y="0"/>
                </a:cubicBezTo>
                <a:cubicBezTo>
                  <a:pt x="42830" y="0"/>
                  <a:pt x="55151" y="12028"/>
                  <a:pt x="55151" y="27283"/>
                </a:cubicBezTo>
                <a:cubicBezTo>
                  <a:pt x="55151" y="42831"/>
                  <a:pt x="42830" y="55152"/>
                  <a:pt x="27575" y="55152"/>
                </a:cubicBezTo>
                <a:cubicBezTo>
                  <a:pt x="12027" y="55152"/>
                  <a:pt x="0" y="42831"/>
                  <a:pt x="0" y="27283"/>
                </a:cubicBezTo>
                <a:close/>
              </a:path>
            </a:pathLst>
          </a:custGeom>
          <a:solidFill>
            <a:schemeClr val="accent1">
              <a:lumMod val="60000"/>
              <a:lumOff val="40000"/>
            </a:schemeClr>
          </a:solidFill>
          <a:ln w="2934" cap="flat">
            <a:noFill/>
            <a:prstDash val="solid"/>
            <a:miter/>
          </a:ln>
        </p:spPr>
        <p:txBody>
          <a:bodyPr rtlCol="0" anchor="ctr"/>
          <a:lstStyle/>
          <a:p>
            <a:endParaRPr lang="zh-CN" altLang="en-US"/>
          </a:p>
        </p:txBody>
      </p:sp>
      <p:sp>
        <p:nvSpPr>
          <p:cNvPr id="100" name="任意多边形: 形状 99"/>
          <p:cNvSpPr/>
          <p:nvPr userDrawn="1">
            <p:custDataLst>
              <p:tags r:id="rId18"/>
            </p:custDataLst>
          </p:nvPr>
        </p:nvSpPr>
        <p:spPr>
          <a:xfrm>
            <a:off x="1672590" y="5820410"/>
            <a:ext cx="73025" cy="73025"/>
          </a:xfrm>
          <a:custGeom>
            <a:avLst/>
            <a:gdLst>
              <a:gd name="connsiteX0" fmla="*/ 0 w 55150"/>
              <a:gd name="connsiteY0" fmla="*/ 27283 h 55151"/>
              <a:gd name="connsiteX1" fmla="*/ 27575 w 55150"/>
              <a:gd name="connsiteY1" fmla="*/ 0 h 55151"/>
              <a:gd name="connsiteX2" fmla="*/ 55151 w 55150"/>
              <a:gd name="connsiteY2" fmla="*/ 27283 h 55151"/>
              <a:gd name="connsiteX3" fmla="*/ 27575 w 55150"/>
              <a:gd name="connsiteY3" fmla="*/ 55152 h 55151"/>
              <a:gd name="connsiteX4" fmla="*/ 0 w 55150"/>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3"/>
                </a:moveTo>
                <a:cubicBezTo>
                  <a:pt x="0" y="12028"/>
                  <a:pt x="12027" y="0"/>
                  <a:pt x="27575" y="0"/>
                </a:cubicBezTo>
                <a:cubicBezTo>
                  <a:pt x="42830" y="0"/>
                  <a:pt x="55151" y="12028"/>
                  <a:pt x="55151" y="27283"/>
                </a:cubicBezTo>
                <a:cubicBezTo>
                  <a:pt x="55151" y="42831"/>
                  <a:pt x="42830" y="55152"/>
                  <a:pt x="27575" y="55152"/>
                </a:cubicBezTo>
                <a:cubicBezTo>
                  <a:pt x="12027" y="55152"/>
                  <a:pt x="0" y="42831"/>
                  <a:pt x="0" y="27283"/>
                </a:cubicBezTo>
                <a:close/>
              </a:path>
            </a:pathLst>
          </a:custGeom>
          <a:solidFill>
            <a:schemeClr val="accent1">
              <a:lumMod val="60000"/>
              <a:lumOff val="40000"/>
            </a:schemeClr>
          </a:solidFill>
          <a:ln w="2934" cap="flat">
            <a:noFill/>
            <a:prstDash val="solid"/>
            <a:miter/>
          </a:ln>
        </p:spPr>
        <p:txBody>
          <a:bodyPr rtlCol="0" anchor="ctr"/>
          <a:lstStyle/>
          <a:p>
            <a:endParaRPr lang="zh-CN" altLang="en-US"/>
          </a:p>
        </p:txBody>
      </p:sp>
      <p:sp>
        <p:nvSpPr>
          <p:cNvPr id="101" name="任意多边形: 形状 100"/>
          <p:cNvSpPr/>
          <p:nvPr userDrawn="1">
            <p:custDataLst>
              <p:tags r:id="rId19"/>
            </p:custDataLst>
          </p:nvPr>
        </p:nvSpPr>
        <p:spPr>
          <a:xfrm>
            <a:off x="1889760" y="5820410"/>
            <a:ext cx="73025" cy="73025"/>
          </a:xfrm>
          <a:custGeom>
            <a:avLst/>
            <a:gdLst>
              <a:gd name="connsiteX0" fmla="*/ 0 w 55150"/>
              <a:gd name="connsiteY0" fmla="*/ 27283 h 55151"/>
              <a:gd name="connsiteX1" fmla="*/ 27575 w 55150"/>
              <a:gd name="connsiteY1" fmla="*/ 0 h 55151"/>
              <a:gd name="connsiteX2" fmla="*/ 55151 w 55150"/>
              <a:gd name="connsiteY2" fmla="*/ 27283 h 55151"/>
              <a:gd name="connsiteX3" fmla="*/ 27575 w 55150"/>
              <a:gd name="connsiteY3" fmla="*/ 55152 h 55151"/>
              <a:gd name="connsiteX4" fmla="*/ 0 w 55150"/>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3"/>
                </a:moveTo>
                <a:cubicBezTo>
                  <a:pt x="0" y="12028"/>
                  <a:pt x="12027" y="0"/>
                  <a:pt x="27575" y="0"/>
                </a:cubicBezTo>
                <a:cubicBezTo>
                  <a:pt x="42830" y="0"/>
                  <a:pt x="55151" y="12028"/>
                  <a:pt x="55151" y="27283"/>
                </a:cubicBezTo>
                <a:cubicBezTo>
                  <a:pt x="55151" y="42831"/>
                  <a:pt x="42830" y="55152"/>
                  <a:pt x="27575" y="55152"/>
                </a:cubicBezTo>
                <a:cubicBezTo>
                  <a:pt x="12027" y="55152"/>
                  <a:pt x="0" y="42831"/>
                  <a:pt x="0" y="27283"/>
                </a:cubicBezTo>
                <a:close/>
              </a:path>
            </a:pathLst>
          </a:custGeom>
          <a:solidFill>
            <a:schemeClr val="accent1">
              <a:lumMod val="60000"/>
              <a:lumOff val="40000"/>
            </a:schemeClr>
          </a:solidFill>
          <a:ln w="2934" cap="flat">
            <a:noFill/>
            <a:prstDash val="solid"/>
            <a:miter/>
          </a:ln>
        </p:spPr>
        <p:txBody>
          <a:bodyPr rtlCol="0" anchor="ctr"/>
          <a:lstStyle/>
          <a:p>
            <a:endParaRPr lang="zh-CN" altLang="en-US"/>
          </a:p>
        </p:txBody>
      </p:sp>
      <p:sp>
        <p:nvSpPr>
          <p:cNvPr id="102" name="任意多边形: 形状 101"/>
          <p:cNvSpPr/>
          <p:nvPr userDrawn="1">
            <p:custDataLst>
              <p:tags r:id="rId20"/>
            </p:custDataLst>
          </p:nvPr>
        </p:nvSpPr>
        <p:spPr>
          <a:xfrm>
            <a:off x="2107565" y="5820410"/>
            <a:ext cx="73025" cy="73025"/>
          </a:xfrm>
          <a:custGeom>
            <a:avLst/>
            <a:gdLst>
              <a:gd name="connsiteX0" fmla="*/ 0 w 55150"/>
              <a:gd name="connsiteY0" fmla="*/ 27283 h 55151"/>
              <a:gd name="connsiteX1" fmla="*/ 27575 w 55150"/>
              <a:gd name="connsiteY1" fmla="*/ 0 h 55151"/>
              <a:gd name="connsiteX2" fmla="*/ 55151 w 55150"/>
              <a:gd name="connsiteY2" fmla="*/ 27283 h 55151"/>
              <a:gd name="connsiteX3" fmla="*/ 27575 w 55150"/>
              <a:gd name="connsiteY3" fmla="*/ 55152 h 55151"/>
              <a:gd name="connsiteX4" fmla="*/ 0 w 55150"/>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3"/>
                </a:moveTo>
                <a:cubicBezTo>
                  <a:pt x="0" y="12028"/>
                  <a:pt x="12027" y="0"/>
                  <a:pt x="27575" y="0"/>
                </a:cubicBezTo>
                <a:cubicBezTo>
                  <a:pt x="42830" y="0"/>
                  <a:pt x="55151" y="12028"/>
                  <a:pt x="55151" y="27283"/>
                </a:cubicBezTo>
                <a:cubicBezTo>
                  <a:pt x="55151" y="42831"/>
                  <a:pt x="42830" y="55152"/>
                  <a:pt x="27575" y="55152"/>
                </a:cubicBezTo>
                <a:cubicBezTo>
                  <a:pt x="12027" y="55152"/>
                  <a:pt x="0" y="42831"/>
                  <a:pt x="0" y="27283"/>
                </a:cubicBezTo>
                <a:close/>
              </a:path>
            </a:pathLst>
          </a:custGeom>
          <a:solidFill>
            <a:schemeClr val="accent1">
              <a:lumMod val="60000"/>
              <a:lumOff val="40000"/>
            </a:schemeClr>
          </a:solidFill>
          <a:ln w="2934" cap="flat">
            <a:noFill/>
            <a:prstDash val="solid"/>
            <a:miter/>
          </a:ln>
        </p:spPr>
        <p:txBody>
          <a:bodyPr rtlCol="0" anchor="ctr"/>
          <a:lstStyle/>
          <a:p>
            <a:endParaRPr lang="zh-CN" altLang="en-US"/>
          </a:p>
        </p:txBody>
      </p:sp>
      <p:sp>
        <p:nvSpPr>
          <p:cNvPr id="91" name="任意多边形: 形状 90"/>
          <p:cNvSpPr/>
          <p:nvPr userDrawn="1">
            <p:custDataLst>
              <p:tags r:id="rId21"/>
            </p:custDataLst>
          </p:nvPr>
        </p:nvSpPr>
        <p:spPr>
          <a:xfrm>
            <a:off x="1019810" y="6121400"/>
            <a:ext cx="73025" cy="73025"/>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0"/>
                  <a:pt x="42830" y="55151"/>
                  <a:pt x="27575" y="55151"/>
                </a:cubicBezTo>
                <a:cubicBezTo>
                  <a:pt x="12027" y="55151"/>
                  <a:pt x="0" y="42830"/>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a:p>
        </p:txBody>
      </p:sp>
      <p:sp>
        <p:nvSpPr>
          <p:cNvPr id="92" name="任意多边形: 形状 91"/>
          <p:cNvSpPr/>
          <p:nvPr userDrawn="1">
            <p:custDataLst>
              <p:tags r:id="rId22"/>
            </p:custDataLst>
          </p:nvPr>
        </p:nvSpPr>
        <p:spPr>
          <a:xfrm>
            <a:off x="1236980" y="6121400"/>
            <a:ext cx="73025" cy="73025"/>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0"/>
                  <a:pt x="42830" y="55151"/>
                  <a:pt x="27575" y="55151"/>
                </a:cubicBezTo>
                <a:cubicBezTo>
                  <a:pt x="12027" y="55151"/>
                  <a:pt x="0" y="42830"/>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a:p>
        </p:txBody>
      </p:sp>
      <p:sp>
        <p:nvSpPr>
          <p:cNvPr id="93" name="任意多边形: 形状 92"/>
          <p:cNvSpPr/>
          <p:nvPr userDrawn="1">
            <p:custDataLst>
              <p:tags r:id="rId23"/>
            </p:custDataLst>
          </p:nvPr>
        </p:nvSpPr>
        <p:spPr>
          <a:xfrm>
            <a:off x="1454785" y="6121400"/>
            <a:ext cx="73025" cy="73025"/>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0"/>
                  <a:pt x="42830" y="55151"/>
                  <a:pt x="27575" y="55151"/>
                </a:cubicBezTo>
                <a:cubicBezTo>
                  <a:pt x="12027" y="55151"/>
                  <a:pt x="0" y="42830"/>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a:p>
        </p:txBody>
      </p:sp>
      <p:sp>
        <p:nvSpPr>
          <p:cNvPr id="94" name="任意多边形: 形状 93"/>
          <p:cNvSpPr/>
          <p:nvPr userDrawn="1">
            <p:custDataLst>
              <p:tags r:id="rId24"/>
            </p:custDataLst>
          </p:nvPr>
        </p:nvSpPr>
        <p:spPr>
          <a:xfrm>
            <a:off x="1672590" y="6121400"/>
            <a:ext cx="73025" cy="73025"/>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0"/>
                  <a:pt x="42830" y="55151"/>
                  <a:pt x="27575" y="55151"/>
                </a:cubicBezTo>
                <a:cubicBezTo>
                  <a:pt x="12027" y="55151"/>
                  <a:pt x="0" y="42830"/>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a:p>
        </p:txBody>
      </p:sp>
      <p:sp>
        <p:nvSpPr>
          <p:cNvPr id="95" name="任意多边形: 形状 94"/>
          <p:cNvSpPr/>
          <p:nvPr userDrawn="1">
            <p:custDataLst>
              <p:tags r:id="rId25"/>
            </p:custDataLst>
          </p:nvPr>
        </p:nvSpPr>
        <p:spPr>
          <a:xfrm>
            <a:off x="1889760" y="6121400"/>
            <a:ext cx="73025" cy="73025"/>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0"/>
                  <a:pt x="42830" y="55151"/>
                  <a:pt x="27575" y="55151"/>
                </a:cubicBezTo>
                <a:cubicBezTo>
                  <a:pt x="12027" y="55151"/>
                  <a:pt x="0" y="42830"/>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a:p>
        </p:txBody>
      </p:sp>
      <p:sp>
        <p:nvSpPr>
          <p:cNvPr id="96" name="任意多边形: 形状 95"/>
          <p:cNvSpPr/>
          <p:nvPr userDrawn="1">
            <p:custDataLst>
              <p:tags r:id="rId26"/>
            </p:custDataLst>
          </p:nvPr>
        </p:nvSpPr>
        <p:spPr>
          <a:xfrm>
            <a:off x="2107565" y="6121400"/>
            <a:ext cx="73025" cy="73025"/>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0"/>
                  <a:pt x="42830" y="55151"/>
                  <a:pt x="27575" y="55151"/>
                </a:cubicBezTo>
                <a:cubicBezTo>
                  <a:pt x="12027" y="55151"/>
                  <a:pt x="0" y="42830"/>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a:p>
        </p:txBody>
      </p:sp>
      <p:sp>
        <p:nvSpPr>
          <p:cNvPr id="116" name="任意多边形: 形状 115"/>
          <p:cNvSpPr/>
          <p:nvPr>
            <p:custDataLst>
              <p:tags r:id="rId27"/>
            </p:custDataLst>
          </p:nvPr>
        </p:nvSpPr>
        <p:spPr>
          <a:xfrm>
            <a:off x="10883032" y="5494407"/>
            <a:ext cx="1308968" cy="1363593"/>
          </a:xfrm>
          <a:custGeom>
            <a:avLst/>
            <a:gdLst>
              <a:gd name="connsiteX0" fmla="*/ 672905 w 1308968"/>
              <a:gd name="connsiteY0" fmla="*/ 0 h 1363593"/>
              <a:gd name="connsiteX1" fmla="*/ 1292915 w 1308968"/>
              <a:gd name="connsiteY1" fmla="*/ 416454 h 1363593"/>
              <a:gd name="connsiteX2" fmla="*/ 1308968 w 1308968"/>
              <a:gd name="connsiteY2" fmla="*/ 468831 h 1363593"/>
              <a:gd name="connsiteX3" fmla="*/ 1308968 w 1308968"/>
              <a:gd name="connsiteY3" fmla="*/ 1363593 h 1363593"/>
              <a:gd name="connsiteX4" fmla="*/ 0 w 1308968"/>
              <a:gd name="connsiteY4" fmla="*/ 1363593 h 1363593"/>
              <a:gd name="connsiteX5" fmla="*/ 0 w 1308968"/>
              <a:gd name="connsiteY5" fmla="*/ 681797 h 1363593"/>
              <a:gd name="connsiteX6" fmla="*/ 672905 w 1308968"/>
              <a:gd name="connsiteY6" fmla="*/ 0 h 1363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08968" h="1363593">
                <a:moveTo>
                  <a:pt x="672905" y="0"/>
                </a:moveTo>
                <a:cubicBezTo>
                  <a:pt x="951555" y="0"/>
                  <a:pt x="1190739" y="171761"/>
                  <a:pt x="1292915" y="416454"/>
                </a:cubicBezTo>
                <a:lnTo>
                  <a:pt x="1308968" y="468831"/>
                </a:lnTo>
                <a:lnTo>
                  <a:pt x="1308968" y="1363593"/>
                </a:lnTo>
                <a:lnTo>
                  <a:pt x="0" y="1363593"/>
                </a:lnTo>
                <a:lnTo>
                  <a:pt x="0" y="681797"/>
                </a:lnTo>
                <a:cubicBezTo>
                  <a:pt x="0" y="305353"/>
                  <a:pt x="301371" y="0"/>
                  <a:pt x="672905" y="0"/>
                </a:cubicBezTo>
                <a:close/>
              </a:path>
            </a:pathLst>
          </a:custGeom>
          <a:solidFill>
            <a:schemeClr val="accent1">
              <a:lumMod val="60000"/>
              <a:lumOff val="40000"/>
            </a:schemeClr>
          </a:solidFill>
          <a:ln w="2934" cap="flat">
            <a:noFill/>
            <a:prstDash val="solid"/>
            <a:miter/>
          </a:ln>
        </p:spPr>
        <p:txBody>
          <a:bodyPr wrap="square" rtlCol="0" anchor="ctr">
            <a:noAutofit/>
          </a:bodyPr>
          <a:lstStyle/>
          <a:p>
            <a:endParaRPr lang="zh-CN" altLang="en-US"/>
          </a:p>
        </p:txBody>
      </p:sp>
      <p:sp>
        <p:nvSpPr>
          <p:cNvPr id="117" name="任意多边形: 形状 116"/>
          <p:cNvSpPr/>
          <p:nvPr>
            <p:custDataLst>
              <p:tags r:id="rId28"/>
            </p:custDataLst>
          </p:nvPr>
        </p:nvSpPr>
        <p:spPr>
          <a:xfrm>
            <a:off x="10503205" y="6426987"/>
            <a:ext cx="862759" cy="431379"/>
          </a:xfrm>
          <a:custGeom>
            <a:avLst/>
            <a:gdLst>
              <a:gd name="connsiteX0" fmla="*/ 523059 w 1046117"/>
              <a:gd name="connsiteY0" fmla="*/ 0 h 523058"/>
              <a:gd name="connsiteX1" fmla="*/ 0 w 1046117"/>
              <a:gd name="connsiteY1" fmla="*/ 523059 h 523058"/>
              <a:gd name="connsiteX2" fmla="*/ 1046118 w 1046117"/>
              <a:gd name="connsiteY2" fmla="*/ 523059 h 523058"/>
              <a:gd name="connsiteX3" fmla="*/ 523059 w 1046117"/>
              <a:gd name="connsiteY3" fmla="*/ 0 h 523058"/>
            </a:gdLst>
            <a:ahLst/>
            <a:cxnLst>
              <a:cxn ang="0">
                <a:pos x="connsiteX0" y="connsiteY0"/>
              </a:cxn>
              <a:cxn ang="0">
                <a:pos x="connsiteX1" y="connsiteY1"/>
              </a:cxn>
              <a:cxn ang="0">
                <a:pos x="connsiteX2" y="connsiteY2"/>
              </a:cxn>
              <a:cxn ang="0">
                <a:pos x="connsiteX3" y="connsiteY3"/>
              </a:cxn>
            </a:cxnLst>
            <a:rect l="l" t="t" r="r" b="b"/>
            <a:pathLst>
              <a:path w="1046117" h="523058">
                <a:moveTo>
                  <a:pt x="523059" y="0"/>
                </a:moveTo>
                <a:cubicBezTo>
                  <a:pt x="234100" y="0"/>
                  <a:pt x="0" y="234100"/>
                  <a:pt x="0" y="523059"/>
                </a:cubicBezTo>
                <a:lnTo>
                  <a:pt x="1046118" y="523059"/>
                </a:lnTo>
                <a:cubicBezTo>
                  <a:pt x="1045825" y="234100"/>
                  <a:pt x="811724" y="0"/>
                  <a:pt x="523059" y="0"/>
                </a:cubicBezTo>
                <a:close/>
              </a:path>
            </a:pathLst>
          </a:custGeom>
          <a:solidFill>
            <a:schemeClr val="accent6"/>
          </a:solidFill>
          <a:ln w="2934" cap="flat">
            <a:noFill/>
            <a:prstDash val="solid"/>
            <a:miter/>
          </a:ln>
        </p:spPr>
        <p:txBody>
          <a:bodyPr rtlCol="0" anchor="ctr"/>
          <a:lstStyle/>
          <a:p>
            <a:endParaRPr lang="zh-CN" altLang="en-US"/>
          </a:p>
        </p:txBody>
      </p:sp>
      <p:cxnSp>
        <p:nvCxnSpPr>
          <p:cNvPr id="124" name="直接连接符 123"/>
          <p:cNvCxnSpPr/>
          <p:nvPr>
            <p:custDataLst>
              <p:tags r:id="rId29"/>
            </p:custDataLst>
          </p:nvPr>
        </p:nvCxnSpPr>
        <p:spPr>
          <a:xfrm>
            <a:off x="4670473" y="5491317"/>
            <a:ext cx="6189785"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hasCustomPrompt="1"/>
            <p:custDataLst>
              <p:tags r:id="rId30"/>
            </p:custDataLst>
          </p:nvPr>
        </p:nvSpPr>
        <p:spPr>
          <a:xfrm>
            <a:off x="73040" y="2266101"/>
            <a:ext cx="2034412" cy="2688797"/>
          </a:xfrm>
        </p:spPr>
        <p:txBody>
          <a:bodyPr anchor="ctr">
            <a:noAutofit/>
          </a:bodyPr>
          <a:lstStyle>
            <a:lvl1pPr algn="r">
              <a:defRPr sz="7200">
                <a:solidFill>
                  <a:schemeClr val="bg1"/>
                </a:solidFill>
              </a:defRPr>
            </a:lvl1pPr>
          </a:lstStyle>
          <a:p>
            <a:r>
              <a:rPr lang="zh-CN" altLang="en-US" dirty="0"/>
              <a:t>标</a:t>
            </a:r>
            <a:br>
              <a:rPr lang="en-US" altLang="zh-CN" dirty="0"/>
            </a:br>
            <a:r>
              <a:rPr lang="zh-CN" altLang="en-US" dirty="0"/>
              <a:t>题</a:t>
            </a:r>
            <a:endParaRPr lang="zh-CN" altLang="en-US" dirty="0"/>
          </a:p>
        </p:txBody>
      </p:sp>
      <p:sp>
        <p:nvSpPr>
          <p:cNvPr id="7" name="日期占位符 6"/>
          <p:cNvSpPr>
            <a:spLocks noGrp="1"/>
          </p:cNvSpPr>
          <p:nvPr>
            <p:ph type="dt" sz="half" idx="10"/>
            <p:custDataLst>
              <p:tags r:id="rId31"/>
            </p:custDataLst>
          </p:nvPr>
        </p:nvSpPr>
        <p:spPr/>
        <p:txBody>
          <a:bodyPr/>
          <a:lstStyle/>
          <a:p>
            <a:fld id="{5592522B-0F24-4480-B9DD-A9474A6880D6}" type="datetimeFigureOut">
              <a:rPr lang="zh-CN" altLang="en-US" smtClean="0"/>
            </a:fld>
            <a:endParaRPr lang="zh-CN" altLang="en-US"/>
          </a:p>
        </p:txBody>
      </p:sp>
      <p:sp>
        <p:nvSpPr>
          <p:cNvPr id="8" name="页脚占位符 7"/>
          <p:cNvSpPr>
            <a:spLocks noGrp="1"/>
          </p:cNvSpPr>
          <p:nvPr>
            <p:ph type="ftr" sz="quarter" idx="11"/>
            <p:custDataLst>
              <p:tags r:id="rId32"/>
            </p:custDataLst>
          </p:nvPr>
        </p:nvSpPr>
        <p:spPr/>
        <p:txBody>
          <a:bodyPr/>
          <a:lstStyle/>
          <a:p>
            <a:endParaRPr lang="zh-CN" altLang="en-US"/>
          </a:p>
        </p:txBody>
      </p:sp>
      <p:sp>
        <p:nvSpPr>
          <p:cNvPr id="9" name="灯片编号占位符 8"/>
          <p:cNvSpPr>
            <a:spLocks noGrp="1"/>
          </p:cNvSpPr>
          <p:nvPr>
            <p:ph type="sldNum" sz="quarter" idx="12"/>
            <p:custDataLst>
              <p:tags r:id="rId33"/>
            </p:custDataLst>
          </p:nvPr>
        </p:nvSpPr>
        <p:spPr/>
        <p:txBody>
          <a:bodyPr/>
          <a:lstStyle/>
          <a:p>
            <a:fld id="{BE5F26B5-172A-4DC2-B0B7-181CFC56B87C}"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9" name="任意多边形: 形状 8"/>
          <p:cNvSpPr/>
          <p:nvPr userDrawn="1">
            <p:custDataLst>
              <p:tags r:id="rId2"/>
            </p:custDataLst>
          </p:nvPr>
        </p:nvSpPr>
        <p:spPr>
          <a:xfrm>
            <a:off x="9348036" y="816492"/>
            <a:ext cx="2843964" cy="5731457"/>
          </a:xfrm>
          <a:custGeom>
            <a:avLst/>
            <a:gdLst>
              <a:gd name="connsiteX0" fmla="*/ 2843964 w 2843964"/>
              <a:gd name="connsiteY0" fmla="*/ 0 h 5731457"/>
              <a:gd name="connsiteX1" fmla="*/ 2843964 w 2843964"/>
              <a:gd name="connsiteY1" fmla="*/ 5731457 h 5731457"/>
              <a:gd name="connsiteX2" fmla="*/ 2718794 w 2843964"/>
              <a:gd name="connsiteY2" fmla="*/ 5728292 h 5731457"/>
              <a:gd name="connsiteX3" fmla="*/ 0 w 2843964"/>
              <a:gd name="connsiteY3" fmla="*/ 2865728 h 5731457"/>
              <a:gd name="connsiteX4" fmla="*/ 2718794 w 2843964"/>
              <a:gd name="connsiteY4" fmla="*/ 3165 h 57314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3964" h="5731457">
                <a:moveTo>
                  <a:pt x="2843964" y="0"/>
                </a:moveTo>
                <a:lnTo>
                  <a:pt x="2843964" y="5731457"/>
                </a:lnTo>
                <a:lnTo>
                  <a:pt x="2718794" y="5728292"/>
                </a:lnTo>
                <a:cubicBezTo>
                  <a:pt x="1204331" y="5651523"/>
                  <a:pt x="0" y="4399269"/>
                  <a:pt x="0" y="2865728"/>
                </a:cubicBezTo>
                <a:cubicBezTo>
                  <a:pt x="0" y="1332187"/>
                  <a:pt x="1204331" y="79933"/>
                  <a:pt x="2718794" y="3165"/>
                </a:cubicBezTo>
                <a:close/>
              </a:path>
            </a:pathLst>
          </a:custGeom>
          <a:solidFill>
            <a:schemeClr val="accent6"/>
          </a:solidFill>
          <a:ln w="2934"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dirty="0">
              <a:solidFill>
                <a:schemeClr val="tx1"/>
              </a:solidFill>
            </a:endParaRPr>
          </a:p>
        </p:txBody>
      </p:sp>
      <p:sp>
        <p:nvSpPr>
          <p:cNvPr id="33" name="任意多边形: 形状 32"/>
          <p:cNvSpPr/>
          <p:nvPr userDrawn="1">
            <p:custDataLst>
              <p:tags r:id="rId3"/>
            </p:custDataLst>
          </p:nvPr>
        </p:nvSpPr>
        <p:spPr>
          <a:xfrm>
            <a:off x="10055225" y="5229225"/>
            <a:ext cx="73025" cy="73025"/>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1"/>
                  <a:pt x="42830" y="55151"/>
                  <a:pt x="27575" y="55151"/>
                </a:cubicBezTo>
                <a:cubicBezTo>
                  <a:pt x="12027" y="55151"/>
                  <a:pt x="0" y="42537"/>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a:p>
        </p:txBody>
      </p:sp>
      <p:sp>
        <p:nvSpPr>
          <p:cNvPr id="34" name="任意多边形: 形状 33"/>
          <p:cNvSpPr/>
          <p:nvPr userDrawn="1">
            <p:custDataLst>
              <p:tags r:id="rId4"/>
            </p:custDataLst>
          </p:nvPr>
        </p:nvSpPr>
        <p:spPr>
          <a:xfrm>
            <a:off x="10273030" y="5229225"/>
            <a:ext cx="73025" cy="73025"/>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1"/>
                  <a:pt x="42830" y="55151"/>
                  <a:pt x="27575" y="55151"/>
                </a:cubicBezTo>
                <a:cubicBezTo>
                  <a:pt x="12027" y="55151"/>
                  <a:pt x="0" y="42537"/>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a:p>
        </p:txBody>
      </p:sp>
      <p:sp>
        <p:nvSpPr>
          <p:cNvPr id="35" name="任意多边形: 形状 34"/>
          <p:cNvSpPr/>
          <p:nvPr userDrawn="1">
            <p:custDataLst>
              <p:tags r:id="rId5"/>
            </p:custDataLst>
          </p:nvPr>
        </p:nvSpPr>
        <p:spPr>
          <a:xfrm>
            <a:off x="10490200" y="5229225"/>
            <a:ext cx="73025" cy="73025"/>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1"/>
                  <a:pt x="42830" y="55151"/>
                  <a:pt x="27575" y="55151"/>
                </a:cubicBezTo>
                <a:cubicBezTo>
                  <a:pt x="12027" y="55151"/>
                  <a:pt x="0" y="42537"/>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a:p>
        </p:txBody>
      </p:sp>
      <p:sp>
        <p:nvSpPr>
          <p:cNvPr id="36" name="任意多边形: 形状 35"/>
          <p:cNvSpPr/>
          <p:nvPr userDrawn="1">
            <p:custDataLst>
              <p:tags r:id="rId6"/>
            </p:custDataLst>
          </p:nvPr>
        </p:nvSpPr>
        <p:spPr>
          <a:xfrm>
            <a:off x="10708005" y="5229225"/>
            <a:ext cx="73025" cy="73025"/>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1"/>
                  <a:pt x="42830" y="55151"/>
                  <a:pt x="27575" y="55151"/>
                </a:cubicBezTo>
                <a:cubicBezTo>
                  <a:pt x="12027" y="55151"/>
                  <a:pt x="0" y="42537"/>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a:p>
        </p:txBody>
      </p:sp>
      <p:sp>
        <p:nvSpPr>
          <p:cNvPr id="37" name="任意多边形: 形状 36"/>
          <p:cNvSpPr/>
          <p:nvPr userDrawn="1">
            <p:custDataLst>
              <p:tags r:id="rId7"/>
            </p:custDataLst>
          </p:nvPr>
        </p:nvSpPr>
        <p:spPr>
          <a:xfrm>
            <a:off x="10925175" y="5229225"/>
            <a:ext cx="73025" cy="73025"/>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1"/>
                  <a:pt x="42830" y="55151"/>
                  <a:pt x="27575" y="55151"/>
                </a:cubicBezTo>
                <a:cubicBezTo>
                  <a:pt x="12027" y="55151"/>
                  <a:pt x="0" y="42537"/>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a:p>
        </p:txBody>
      </p:sp>
      <p:sp>
        <p:nvSpPr>
          <p:cNvPr id="38" name="任意多边形: 形状 37"/>
          <p:cNvSpPr/>
          <p:nvPr userDrawn="1">
            <p:custDataLst>
              <p:tags r:id="rId8"/>
            </p:custDataLst>
          </p:nvPr>
        </p:nvSpPr>
        <p:spPr>
          <a:xfrm>
            <a:off x="11142980" y="5229225"/>
            <a:ext cx="73025" cy="73025"/>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1"/>
                  <a:pt x="42830" y="55151"/>
                  <a:pt x="27575" y="55151"/>
                </a:cubicBezTo>
                <a:cubicBezTo>
                  <a:pt x="12027" y="55151"/>
                  <a:pt x="0" y="42537"/>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a:p>
        </p:txBody>
      </p:sp>
      <p:sp>
        <p:nvSpPr>
          <p:cNvPr id="27" name="任意多边形: 形状 26"/>
          <p:cNvSpPr/>
          <p:nvPr userDrawn="1">
            <p:custDataLst>
              <p:tags r:id="rId9"/>
            </p:custDataLst>
          </p:nvPr>
        </p:nvSpPr>
        <p:spPr>
          <a:xfrm>
            <a:off x="10055225" y="5518785"/>
            <a:ext cx="73025" cy="73025"/>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0"/>
                  <a:pt x="42830" y="55151"/>
                  <a:pt x="27575" y="55151"/>
                </a:cubicBezTo>
                <a:cubicBezTo>
                  <a:pt x="12027" y="55151"/>
                  <a:pt x="0" y="42830"/>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a:p>
        </p:txBody>
      </p:sp>
      <p:sp>
        <p:nvSpPr>
          <p:cNvPr id="28" name="任意多边形: 形状 27"/>
          <p:cNvSpPr/>
          <p:nvPr userDrawn="1">
            <p:custDataLst>
              <p:tags r:id="rId10"/>
            </p:custDataLst>
          </p:nvPr>
        </p:nvSpPr>
        <p:spPr>
          <a:xfrm>
            <a:off x="10273030" y="5518785"/>
            <a:ext cx="73025" cy="73025"/>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0"/>
                  <a:pt x="42830" y="55151"/>
                  <a:pt x="27575" y="55151"/>
                </a:cubicBezTo>
                <a:cubicBezTo>
                  <a:pt x="12027" y="55151"/>
                  <a:pt x="0" y="42830"/>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a:p>
        </p:txBody>
      </p:sp>
      <p:sp>
        <p:nvSpPr>
          <p:cNvPr id="29" name="任意多边形: 形状 28"/>
          <p:cNvSpPr/>
          <p:nvPr userDrawn="1">
            <p:custDataLst>
              <p:tags r:id="rId11"/>
            </p:custDataLst>
          </p:nvPr>
        </p:nvSpPr>
        <p:spPr>
          <a:xfrm>
            <a:off x="10490200" y="5518785"/>
            <a:ext cx="73025" cy="73025"/>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0"/>
                  <a:pt x="42830" y="55151"/>
                  <a:pt x="27575" y="55151"/>
                </a:cubicBezTo>
                <a:cubicBezTo>
                  <a:pt x="12027" y="55151"/>
                  <a:pt x="0" y="42830"/>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a:p>
        </p:txBody>
      </p:sp>
      <p:sp>
        <p:nvSpPr>
          <p:cNvPr id="30" name="任意多边形: 形状 29"/>
          <p:cNvSpPr/>
          <p:nvPr userDrawn="1">
            <p:custDataLst>
              <p:tags r:id="rId12"/>
            </p:custDataLst>
          </p:nvPr>
        </p:nvSpPr>
        <p:spPr>
          <a:xfrm>
            <a:off x="10708005" y="5518785"/>
            <a:ext cx="73025" cy="73025"/>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0"/>
                  <a:pt x="42830" y="55151"/>
                  <a:pt x="27575" y="55151"/>
                </a:cubicBezTo>
                <a:cubicBezTo>
                  <a:pt x="12027" y="55151"/>
                  <a:pt x="0" y="42830"/>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a:p>
        </p:txBody>
      </p:sp>
      <p:sp>
        <p:nvSpPr>
          <p:cNvPr id="31" name="任意多边形: 形状 30"/>
          <p:cNvSpPr/>
          <p:nvPr userDrawn="1">
            <p:custDataLst>
              <p:tags r:id="rId13"/>
            </p:custDataLst>
          </p:nvPr>
        </p:nvSpPr>
        <p:spPr>
          <a:xfrm>
            <a:off x="10925175" y="5518785"/>
            <a:ext cx="73025" cy="73025"/>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0"/>
                  <a:pt x="42830" y="55151"/>
                  <a:pt x="27575" y="55151"/>
                </a:cubicBezTo>
                <a:cubicBezTo>
                  <a:pt x="12027" y="55151"/>
                  <a:pt x="0" y="42830"/>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a:p>
        </p:txBody>
      </p:sp>
      <p:sp>
        <p:nvSpPr>
          <p:cNvPr id="32" name="任意多边形: 形状 31"/>
          <p:cNvSpPr/>
          <p:nvPr userDrawn="1">
            <p:custDataLst>
              <p:tags r:id="rId14"/>
            </p:custDataLst>
          </p:nvPr>
        </p:nvSpPr>
        <p:spPr>
          <a:xfrm>
            <a:off x="11142980" y="5518785"/>
            <a:ext cx="73025" cy="73025"/>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0"/>
                  <a:pt x="42830" y="55151"/>
                  <a:pt x="27575" y="55151"/>
                </a:cubicBezTo>
                <a:cubicBezTo>
                  <a:pt x="12027" y="55151"/>
                  <a:pt x="0" y="42830"/>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a:p>
        </p:txBody>
      </p:sp>
      <p:sp>
        <p:nvSpPr>
          <p:cNvPr id="21" name="任意多边形: 形状 20"/>
          <p:cNvSpPr/>
          <p:nvPr userDrawn="1">
            <p:custDataLst>
              <p:tags r:id="rId15"/>
            </p:custDataLst>
          </p:nvPr>
        </p:nvSpPr>
        <p:spPr>
          <a:xfrm>
            <a:off x="10055225" y="5820410"/>
            <a:ext cx="73025" cy="73025"/>
          </a:xfrm>
          <a:custGeom>
            <a:avLst/>
            <a:gdLst>
              <a:gd name="connsiteX0" fmla="*/ 0 w 55150"/>
              <a:gd name="connsiteY0" fmla="*/ 27283 h 55151"/>
              <a:gd name="connsiteX1" fmla="*/ 27575 w 55150"/>
              <a:gd name="connsiteY1" fmla="*/ 0 h 55151"/>
              <a:gd name="connsiteX2" fmla="*/ 55151 w 55150"/>
              <a:gd name="connsiteY2" fmla="*/ 27283 h 55151"/>
              <a:gd name="connsiteX3" fmla="*/ 27575 w 55150"/>
              <a:gd name="connsiteY3" fmla="*/ 55152 h 55151"/>
              <a:gd name="connsiteX4" fmla="*/ 0 w 55150"/>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3"/>
                </a:moveTo>
                <a:cubicBezTo>
                  <a:pt x="0" y="12028"/>
                  <a:pt x="12027" y="0"/>
                  <a:pt x="27575" y="0"/>
                </a:cubicBezTo>
                <a:cubicBezTo>
                  <a:pt x="42830" y="0"/>
                  <a:pt x="55151" y="12028"/>
                  <a:pt x="55151" y="27283"/>
                </a:cubicBezTo>
                <a:cubicBezTo>
                  <a:pt x="55151" y="42831"/>
                  <a:pt x="42830" y="55152"/>
                  <a:pt x="27575" y="55152"/>
                </a:cubicBezTo>
                <a:cubicBezTo>
                  <a:pt x="12027" y="55152"/>
                  <a:pt x="0" y="42831"/>
                  <a:pt x="0" y="27283"/>
                </a:cubicBezTo>
                <a:close/>
              </a:path>
            </a:pathLst>
          </a:custGeom>
          <a:solidFill>
            <a:schemeClr val="accent1">
              <a:lumMod val="60000"/>
              <a:lumOff val="40000"/>
            </a:schemeClr>
          </a:solidFill>
          <a:ln w="2934" cap="flat">
            <a:noFill/>
            <a:prstDash val="solid"/>
            <a:miter/>
          </a:ln>
        </p:spPr>
        <p:txBody>
          <a:bodyPr rtlCol="0" anchor="ctr"/>
          <a:lstStyle/>
          <a:p>
            <a:endParaRPr lang="zh-CN" altLang="en-US"/>
          </a:p>
        </p:txBody>
      </p:sp>
      <p:sp>
        <p:nvSpPr>
          <p:cNvPr id="22" name="任意多边形: 形状 21"/>
          <p:cNvSpPr/>
          <p:nvPr userDrawn="1">
            <p:custDataLst>
              <p:tags r:id="rId16"/>
            </p:custDataLst>
          </p:nvPr>
        </p:nvSpPr>
        <p:spPr>
          <a:xfrm>
            <a:off x="10273030" y="5820410"/>
            <a:ext cx="73025" cy="73025"/>
          </a:xfrm>
          <a:custGeom>
            <a:avLst/>
            <a:gdLst>
              <a:gd name="connsiteX0" fmla="*/ 0 w 55150"/>
              <a:gd name="connsiteY0" fmla="*/ 27283 h 55151"/>
              <a:gd name="connsiteX1" fmla="*/ 27575 w 55150"/>
              <a:gd name="connsiteY1" fmla="*/ 0 h 55151"/>
              <a:gd name="connsiteX2" fmla="*/ 55151 w 55150"/>
              <a:gd name="connsiteY2" fmla="*/ 27283 h 55151"/>
              <a:gd name="connsiteX3" fmla="*/ 27575 w 55150"/>
              <a:gd name="connsiteY3" fmla="*/ 55152 h 55151"/>
              <a:gd name="connsiteX4" fmla="*/ 0 w 55150"/>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3"/>
                </a:moveTo>
                <a:cubicBezTo>
                  <a:pt x="0" y="12028"/>
                  <a:pt x="12027" y="0"/>
                  <a:pt x="27575" y="0"/>
                </a:cubicBezTo>
                <a:cubicBezTo>
                  <a:pt x="42830" y="0"/>
                  <a:pt x="55151" y="12028"/>
                  <a:pt x="55151" y="27283"/>
                </a:cubicBezTo>
                <a:cubicBezTo>
                  <a:pt x="55151" y="42831"/>
                  <a:pt x="42830" y="55152"/>
                  <a:pt x="27575" y="55152"/>
                </a:cubicBezTo>
                <a:cubicBezTo>
                  <a:pt x="12027" y="55152"/>
                  <a:pt x="0" y="42831"/>
                  <a:pt x="0" y="27283"/>
                </a:cubicBezTo>
                <a:close/>
              </a:path>
            </a:pathLst>
          </a:custGeom>
          <a:solidFill>
            <a:schemeClr val="accent1">
              <a:lumMod val="60000"/>
              <a:lumOff val="40000"/>
            </a:schemeClr>
          </a:solidFill>
          <a:ln w="2934" cap="flat">
            <a:noFill/>
            <a:prstDash val="solid"/>
            <a:miter/>
          </a:ln>
        </p:spPr>
        <p:txBody>
          <a:bodyPr rtlCol="0" anchor="ctr"/>
          <a:lstStyle/>
          <a:p>
            <a:endParaRPr lang="zh-CN" altLang="en-US"/>
          </a:p>
        </p:txBody>
      </p:sp>
      <p:sp>
        <p:nvSpPr>
          <p:cNvPr id="23" name="任意多边形: 形状 22"/>
          <p:cNvSpPr/>
          <p:nvPr userDrawn="1">
            <p:custDataLst>
              <p:tags r:id="rId17"/>
            </p:custDataLst>
          </p:nvPr>
        </p:nvSpPr>
        <p:spPr>
          <a:xfrm>
            <a:off x="10490200" y="5820410"/>
            <a:ext cx="73025" cy="73025"/>
          </a:xfrm>
          <a:custGeom>
            <a:avLst/>
            <a:gdLst>
              <a:gd name="connsiteX0" fmla="*/ 0 w 55150"/>
              <a:gd name="connsiteY0" fmla="*/ 27283 h 55151"/>
              <a:gd name="connsiteX1" fmla="*/ 27575 w 55150"/>
              <a:gd name="connsiteY1" fmla="*/ 0 h 55151"/>
              <a:gd name="connsiteX2" fmla="*/ 55151 w 55150"/>
              <a:gd name="connsiteY2" fmla="*/ 27283 h 55151"/>
              <a:gd name="connsiteX3" fmla="*/ 27575 w 55150"/>
              <a:gd name="connsiteY3" fmla="*/ 55152 h 55151"/>
              <a:gd name="connsiteX4" fmla="*/ 0 w 55150"/>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3"/>
                </a:moveTo>
                <a:cubicBezTo>
                  <a:pt x="0" y="12028"/>
                  <a:pt x="12027" y="0"/>
                  <a:pt x="27575" y="0"/>
                </a:cubicBezTo>
                <a:cubicBezTo>
                  <a:pt x="42830" y="0"/>
                  <a:pt x="55151" y="12028"/>
                  <a:pt x="55151" y="27283"/>
                </a:cubicBezTo>
                <a:cubicBezTo>
                  <a:pt x="55151" y="42831"/>
                  <a:pt x="42830" y="55152"/>
                  <a:pt x="27575" y="55152"/>
                </a:cubicBezTo>
                <a:cubicBezTo>
                  <a:pt x="12027" y="55152"/>
                  <a:pt x="0" y="42831"/>
                  <a:pt x="0" y="27283"/>
                </a:cubicBezTo>
                <a:close/>
              </a:path>
            </a:pathLst>
          </a:custGeom>
          <a:solidFill>
            <a:schemeClr val="accent1">
              <a:lumMod val="60000"/>
              <a:lumOff val="40000"/>
            </a:schemeClr>
          </a:solidFill>
          <a:ln w="2934" cap="flat">
            <a:noFill/>
            <a:prstDash val="solid"/>
            <a:miter/>
          </a:ln>
        </p:spPr>
        <p:txBody>
          <a:bodyPr rtlCol="0" anchor="ctr"/>
          <a:lstStyle/>
          <a:p>
            <a:endParaRPr lang="zh-CN" altLang="en-US"/>
          </a:p>
        </p:txBody>
      </p:sp>
      <p:sp>
        <p:nvSpPr>
          <p:cNvPr id="24" name="任意多边形: 形状 23"/>
          <p:cNvSpPr/>
          <p:nvPr userDrawn="1">
            <p:custDataLst>
              <p:tags r:id="rId18"/>
            </p:custDataLst>
          </p:nvPr>
        </p:nvSpPr>
        <p:spPr>
          <a:xfrm>
            <a:off x="10708005" y="5820410"/>
            <a:ext cx="73025" cy="73025"/>
          </a:xfrm>
          <a:custGeom>
            <a:avLst/>
            <a:gdLst>
              <a:gd name="connsiteX0" fmla="*/ 0 w 55150"/>
              <a:gd name="connsiteY0" fmla="*/ 27283 h 55151"/>
              <a:gd name="connsiteX1" fmla="*/ 27575 w 55150"/>
              <a:gd name="connsiteY1" fmla="*/ 0 h 55151"/>
              <a:gd name="connsiteX2" fmla="*/ 55151 w 55150"/>
              <a:gd name="connsiteY2" fmla="*/ 27283 h 55151"/>
              <a:gd name="connsiteX3" fmla="*/ 27575 w 55150"/>
              <a:gd name="connsiteY3" fmla="*/ 55152 h 55151"/>
              <a:gd name="connsiteX4" fmla="*/ 0 w 55150"/>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3"/>
                </a:moveTo>
                <a:cubicBezTo>
                  <a:pt x="0" y="12028"/>
                  <a:pt x="12027" y="0"/>
                  <a:pt x="27575" y="0"/>
                </a:cubicBezTo>
                <a:cubicBezTo>
                  <a:pt x="42830" y="0"/>
                  <a:pt x="55151" y="12028"/>
                  <a:pt x="55151" y="27283"/>
                </a:cubicBezTo>
                <a:cubicBezTo>
                  <a:pt x="55151" y="42831"/>
                  <a:pt x="42830" y="55152"/>
                  <a:pt x="27575" y="55152"/>
                </a:cubicBezTo>
                <a:cubicBezTo>
                  <a:pt x="12027" y="55152"/>
                  <a:pt x="0" y="42831"/>
                  <a:pt x="0" y="27283"/>
                </a:cubicBezTo>
                <a:close/>
              </a:path>
            </a:pathLst>
          </a:custGeom>
          <a:solidFill>
            <a:schemeClr val="accent1">
              <a:lumMod val="60000"/>
              <a:lumOff val="40000"/>
            </a:schemeClr>
          </a:solidFill>
          <a:ln w="2934" cap="flat">
            <a:noFill/>
            <a:prstDash val="solid"/>
            <a:miter/>
          </a:ln>
        </p:spPr>
        <p:txBody>
          <a:bodyPr rtlCol="0" anchor="ctr"/>
          <a:lstStyle/>
          <a:p>
            <a:endParaRPr lang="zh-CN" altLang="en-US"/>
          </a:p>
        </p:txBody>
      </p:sp>
      <p:sp>
        <p:nvSpPr>
          <p:cNvPr id="25" name="任意多边形: 形状 24"/>
          <p:cNvSpPr/>
          <p:nvPr userDrawn="1">
            <p:custDataLst>
              <p:tags r:id="rId19"/>
            </p:custDataLst>
          </p:nvPr>
        </p:nvSpPr>
        <p:spPr>
          <a:xfrm>
            <a:off x="10925175" y="5820410"/>
            <a:ext cx="73025" cy="73025"/>
          </a:xfrm>
          <a:custGeom>
            <a:avLst/>
            <a:gdLst>
              <a:gd name="connsiteX0" fmla="*/ 0 w 55150"/>
              <a:gd name="connsiteY0" fmla="*/ 27283 h 55151"/>
              <a:gd name="connsiteX1" fmla="*/ 27575 w 55150"/>
              <a:gd name="connsiteY1" fmla="*/ 0 h 55151"/>
              <a:gd name="connsiteX2" fmla="*/ 55151 w 55150"/>
              <a:gd name="connsiteY2" fmla="*/ 27283 h 55151"/>
              <a:gd name="connsiteX3" fmla="*/ 27575 w 55150"/>
              <a:gd name="connsiteY3" fmla="*/ 55152 h 55151"/>
              <a:gd name="connsiteX4" fmla="*/ 0 w 55150"/>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3"/>
                </a:moveTo>
                <a:cubicBezTo>
                  <a:pt x="0" y="12028"/>
                  <a:pt x="12027" y="0"/>
                  <a:pt x="27575" y="0"/>
                </a:cubicBezTo>
                <a:cubicBezTo>
                  <a:pt x="42830" y="0"/>
                  <a:pt x="55151" y="12028"/>
                  <a:pt x="55151" y="27283"/>
                </a:cubicBezTo>
                <a:cubicBezTo>
                  <a:pt x="55151" y="42831"/>
                  <a:pt x="42830" y="55152"/>
                  <a:pt x="27575" y="55152"/>
                </a:cubicBezTo>
                <a:cubicBezTo>
                  <a:pt x="12027" y="55152"/>
                  <a:pt x="0" y="42831"/>
                  <a:pt x="0" y="27283"/>
                </a:cubicBezTo>
                <a:close/>
              </a:path>
            </a:pathLst>
          </a:custGeom>
          <a:solidFill>
            <a:schemeClr val="accent1">
              <a:lumMod val="60000"/>
              <a:lumOff val="40000"/>
            </a:schemeClr>
          </a:solidFill>
          <a:ln w="2934" cap="flat">
            <a:noFill/>
            <a:prstDash val="solid"/>
            <a:miter/>
          </a:ln>
        </p:spPr>
        <p:txBody>
          <a:bodyPr rtlCol="0" anchor="ctr"/>
          <a:lstStyle/>
          <a:p>
            <a:endParaRPr lang="zh-CN" altLang="en-US"/>
          </a:p>
        </p:txBody>
      </p:sp>
      <p:sp>
        <p:nvSpPr>
          <p:cNvPr id="26" name="任意多边形: 形状 25"/>
          <p:cNvSpPr/>
          <p:nvPr userDrawn="1">
            <p:custDataLst>
              <p:tags r:id="rId20"/>
            </p:custDataLst>
          </p:nvPr>
        </p:nvSpPr>
        <p:spPr>
          <a:xfrm>
            <a:off x="11142980" y="5820410"/>
            <a:ext cx="73025" cy="73025"/>
          </a:xfrm>
          <a:custGeom>
            <a:avLst/>
            <a:gdLst>
              <a:gd name="connsiteX0" fmla="*/ 0 w 55150"/>
              <a:gd name="connsiteY0" fmla="*/ 27283 h 55151"/>
              <a:gd name="connsiteX1" fmla="*/ 27575 w 55150"/>
              <a:gd name="connsiteY1" fmla="*/ 0 h 55151"/>
              <a:gd name="connsiteX2" fmla="*/ 55151 w 55150"/>
              <a:gd name="connsiteY2" fmla="*/ 27283 h 55151"/>
              <a:gd name="connsiteX3" fmla="*/ 27575 w 55150"/>
              <a:gd name="connsiteY3" fmla="*/ 55152 h 55151"/>
              <a:gd name="connsiteX4" fmla="*/ 0 w 55150"/>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3"/>
                </a:moveTo>
                <a:cubicBezTo>
                  <a:pt x="0" y="12028"/>
                  <a:pt x="12027" y="0"/>
                  <a:pt x="27575" y="0"/>
                </a:cubicBezTo>
                <a:cubicBezTo>
                  <a:pt x="42830" y="0"/>
                  <a:pt x="55151" y="12028"/>
                  <a:pt x="55151" y="27283"/>
                </a:cubicBezTo>
                <a:cubicBezTo>
                  <a:pt x="55151" y="42831"/>
                  <a:pt x="42830" y="55152"/>
                  <a:pt x="27575" y="55152"/>
                </a:cubicBezTo>
                <a:cubicBezTo>
                  <a:pt x="12027" y="55152"/>
                  <a:pt x="0" y="42831"/>
                  <a:pt x="0" y="27283"/>
                </a:cubicBezTo>
                <a:close/>
              </a:path>
            </a:pathLst>
          </a:custGeom>
          <a:solidFill>
            <a:schemeClr val="accent1">
              <a:lumMod val="60000"/>
              <a:lumOff val="40000"/>
            </a:schemeClr>
          </a:solidFill>
          <a:ln w="2934" cap="flat">
            <a:noFill/>
            <a:prstDash val="solid"/>
            <a:miter/>
          </a:ln>
        </p:spPr>
        <p:txBody>
          <a:bodyPr rtlCol="0" anchor="ctr"/>
          <a:lstStyle/>
          <a:p>
            <a:endParaRPr lang="zh-CN" altLang="en-US"/>
          </a:p>
        </p:txBody>
      </p:sp>
      <p:sp>
        <p:nvSpPr>
          <p:cNvPr id="15" name="任意多边形: 形状 14"/>
          <p:cNvSpPr/>
          <p:nvPr userDrawn="1">
            <p:custDataLst>
              <p:tags r:id="rId21"/>
            </p:custDataLst>
          </p:nvPr>
        </p:nvSpPr>
        <p:spPr>
          <a:xfrm>
            <a:off x="10055225" y="6121400"/>
            <a:ext cx="73025" cy="73025"/>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0"/>
                  <a:pt x="42830" y="55151"/>
                  <a:pt x="27575" y="55151"/>
                </a:cubicBezTo>
                <a:cubicBezTo>
                  <a:pt x="12027" y="55151"/>
                  <a:pt x="0" y="42830"/>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a:p>
        </p:txBody>
      </p:sp>
      <p:sp>
        <p:nvSpPr>
          <p:cNvPr id="16" name="任意多边形: 形状 15"/>
          <p:cNvSpPr/>
          <p:nvPr userDrawn="1">
            <p:custDataLst>
              <p:tags r:id="rId22"/>
            </p:custDataLst>
          </p:nvPr>
        </p:nvSpPr>
        <p:spPr>
          <a:xfrm>
            <a:off x="10273030" y="6121400"/>
            <a:ext cx="73025" cy="73025"/>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0"/>
                  <a:pt x="42830" y="55151"/>
                  <a:pt x="27575" y="55151"/>
                </a:cubicBezTo>
                <a:cubicBezTo>
                  <a:pt x="12027" y="55151"/>
                  <a:pt x="0" y="42830"/>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a:p>
        </p:txBody>
      </p:sp>
      <p:sp>
        <p:nvSpPr>
          <p:cNvPr id="17" name="任意多边形: 形状 16"/>
          <p:cNvSpPr/>
          <p:nvPr userDrawn="1">
            <p:custDataLst>
              <p:tags r:id="rId23"/>
            </p:custDataLst>
          </p:nvPr>
        </p:nvSpPr>
        <p:spPr>
          <a:xfrm>
            <a:off x="10490200" y="6121400"/>
            <a:ext cx="73025" cy="73025"/>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0"/>
                  <a:pt x="42830" y="55151"/>
                  <a:pt x="27575" y="55151"/>
                </a:cubicBezTo>
                <a:cubicBezTo>
                  <a:pt x="12027" y="55151"/>
                  <a:pt x="0" y="42830"/>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a:p>
        </p:txBody>
      </p:sp>
      <p:sp>
        <p:nvSpPr>
          <p:cNvPr id="18" name="任意多边形: 形状 17"/>
          <p:cNvSpPr/>
          <p:nvPr userDrawn="1">
            <p:custDataLst>
              <p:tags r:id="rId24"/>
            </p:custDataLst>
          </p:nvPr>
        </p:nvSpPr>
        <p:spPr>
          <a:xfrm>
            <a:off x="10708005" y="6121400"/>
            <a:ext cx="73025" cy="73025"/>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0"/>
                  <a:pt x="42830" y="55151"/>
                  <a:pt x="27575" y="55151"/>
                </a:cubicBezTo>
                <a:cubicBezTo>
                  <a:pt x="12027" y="55151"/>
                  <a:pt x="0" y="42830"/>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a:p>
        </p:txBody>
      </p:sp>
      <p:sp>
        <p:nvSpPr>
          <p:cNvPr id="19" name="任意多边形: 形状 18"/>
          <p:cNvSpPr/>
          <p:nvPr userDrawn="1">
            <p:custDataLst>
              <p:tags r:id="rId25"/>
            </p:custDataLst>
          </p:nvPr>
        </p:nvSpPr>
        <p:spPr>
          <a:xfrm>
            <a:off x="10925175" y="6121400"/>
            <a:ext cx="73025" cy="73025"/>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0"/>
                  <a:pt x="42830" y="55151"/>
                  <a:pt x="27575" y="55151"/>
                </a:cubicBezTo>
                <a:cubicBezTo>
                  <a:pt x="12027" y="55151"/>
                  <a:pt x="0" y="42830"/>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a:p>
        </p:txBody>
      </p:sp>
      <p:sp>
        <p:nvSpPr>
          <p:cNvPr id="20" name="任意多边形: 形状 19"/>
          <p:cNvSpPr/>
          <p:nvPr userDrawn="1">
            <p:custDataLst>
              <p:tags r:id="rId26"/>
            </p:custDataLst>
          </p:nvPr>
        </p:nvSpPr>
        <p:spPr>
          <a:xfrm>
            <a:off x="11142980" y="6121400"/>
            <a:ext cx="73025" cy="73025"/>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0"/>
                  <a:pt x="42830" y="55151"/>
                  <a:pt x="27575" y="55151"/>
                </a:cubicBezTo>
                <a:cubicBezTo>
                  <a:pt x="12027" y="55151"/>
                  <a:pt x="0" y="42830"/>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a:p>
        </p:txBody>
      </p:sp>
      <p:sp>
        <p:nvSpPr>
          <p:cNvPr id="39" name="任意多边形 1"/>
          <p:cNvSpPr/>
          <p:nvPr userDrawn="1">
            <p:custDataLst>
              <p:tags r:id="rId27"/>
            </p:custDataLst>
          </p:nvPr>
        </p:nvSpPr>
        <p:spPr>
          <a:xfrm>
            <a:off x="206375" y="5969564"/>
            <a:ext cx="1343382" cy="889071"/>
          </a:xfrm>
          <a:custGeom>
            <a:avLst/>
            <a:gdLst/>
            <a:ahLst/>
            <a:cxnLst>
              <a:cxn ang="3">
                <a:pos x="hc" y="t"/>
              </a:cxn>
              <a:cxn ang="cd2">
                <a:pos x="l" y="vc"/>
              </a:cxn>
              <a:cxn ang="cd4">
                <a:pos x="hc" y="b"/>
              </a:cxn>
              <a:cxn ang="0">
                <a:pos x="r" y="vc"/>
              </a:cxn>
            </a:cxnLst>
            <a:rect l="l" t="t" r="r" b="b"/>
            <a:pathLst>
              <a:path w="2116" h="1400">
                <a:moveTo>
                  <a:pt x="1058" y="0"/>
                </a:moveTo>
                <a:cubicBezTo>
                  <a:pt x="1570" y="0"/>
                  <a:pt x="1997" y="368"/>
                  <a:pt x="2096" y="857"/>
                </a:cubicBezTo>
                <a:lnTo>
                  <a:pt x="2116" y="1053"/>
                </a:lnTo>
                <a:lnTo>
                  <a:pt x="1762" y="1053"/>
                </a:lnTo>
                <a:lnTo>
                  <a:pt x="1762" y="1400"/>
                </a:lnTo>
                <a:lnTo>
                  <a:pt x="0" y="1400"/>
                </a:lnTo>
                <a:lnTo>
                  <a:pt x="0" y="1053"/>
                </a:lnTo>
                <a:lnTo>
                  <a:pt x="0" y="1053"/>
                </a:lnTo>
                <a:lnTo>
                  <a:pt x="20" y="857"/>
                </a:lnTo>
                <a:cubicBezTo>
                  <a:pt x="119" y="368"/>
                  <a:pt x="546" y="0"/>
                  <a:pt x="1058" y="0"/>
                </a:cubicBezTo>
                <a:close/>
              </a:path>
            </a:pathLst>
          </a:custGeom>
          <a:solidFill>
            <a:schemeClr val="accent1"/>
          </a:soli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cxnSp>
        <p:nvCxnSpPr>
          <p:cNvPr id="40" name="直接连接符 39"/>
          <p:cNvCxnSpPr/>
          <p:nvPr userDrawn="1">
            <p:custDataLst>
              <p:tags r:id="rId28"/>
            </p:custDataLst>
          </p:nvPr>
        </p:nvCxnSpPr>
        <p:spPr>
          <a:xfrm>
            <a:off x="1549757" y="6527800"/>
            <a:ext cx="8572143" cy="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1" name="任意多边形: 形状 40"/>
          <p:cNvSpPr/>
          <p:nvPr userDrawn="1">
            <p:custDataLst>
              <p:tags r:id="rId29"/>
            </p:custDataLst>
          </p:nvPr>
        </p:nvSpPr>
        <p:spPr>
          <a:xfrm>
            <a:off x="1075734" y="6426567"/>
            <a:ext cx="862759" cy="431379"/>
          </a:xfrm>
          <a:custGeom>
            <a:avLst/>
            <a:gdLst>
              <a:gd name="connsiteX0" fmla="*/ 523059 w 1046117"/>
              <a:gd name="connsiteY0" fmla="*/ 0 h 523058"/>
              <a:gd name="connsiteX1" fmla="*/ 0 w 1046117"/>
              <a:gd name="connsiteY1" fmla="*/ 523059 h 523058"/>
              <a:gd name="connsiteX2" fmla="*/ 1046118 w 1046117"/>
              <a:gd name="connsiteY2" fmla="*/ 523059 h 523058"/>
              <a:gd name="connsiteX3" fmla="*/ 523059 w 1046117"/>
              <a:gd name="connsiteY3" fmla="*/ 0 h 523058"/>
            </a:gdLst>
            <a:ahLst/>
            <a:cxnLst>
              <a:cxn ang="0">
                <a:pos x="connsiteX0" y="connsiteY0"/>
              </a:cxn>
              <a:cxn ang="0">
                <a:pos x="connsiteX1" y="connsiteY1"/>
              </a:cxn>
              <a:cxn ang="0">
                <a:pos x="connsiteX2" y="connsiteY2"/>
              </a:cxn>
              <a:cxn ang="0">
                <a:pos x="connsiteX3" y="connsiteY3"/>
              </a:cxn>
            </a:cxnLst>
            <a:rect l="l" t="t" r="r" b="b"/>
            <a:pathLst>
              <a:path w="1046117" h="523058">
                <a:moveTo>
                  <a:pt x="523059" y="0"/>
                </a:moveTo>
                <a:cubicBezTo>
                  <a:pt x="234100" y="0"/>
                  <a:pt x="0" y="234100"/>
                  <a:pt x="0" y="523059"/>
                </a:cubicBezTo>
                <a:lnTo>
                  <a:pt x="1046118" y="523059"/>
                </a:lnTo>
                <a:cubicBezTo>
                  <a:pt x="1045825" y="234100"/>
                  <a:pt x="811724" y="0"/>
                  <a:pt x="523059" y="0"/>
                </a:cubicBezTo>
                <a:close/>
              </a:path>
            </a:pathLst>
          </a:custGeom>
          <a:solidFill>
            <a:schemeClr val="accent2"/>
          </a:solidFill>
          <a:ln w="2934" cap="flat">
            <a:noFill/>
            <a:prstDash val="solid"/>
            <a:miter/>
          </a:ln>
        </p:spPr>
        <p:txBody>
          <a:bodyPr rtlCol="0" anchor="ctr"/>
          <a:lstStyle/>
          <a:p>
            <a:endParaRPr lang="zh-CN" altLang="en-US"/>
          </a:p>
        </p:txBody>
      </p:sp>
      <p:sp>
        <p:nvSpPr>
          <p:cNvPr id="2" name="标题 1"/>
          <p:cNvSpPr>
            <a:spLocks noGrp="1"/>
          </p:cNvSpPr>
          <p:nvPr>
            <p:ph type="title"/>
            <p:custDataLst>
              <p:tags r:id="rId30"/>
            </p:custDataLst>
          </p:nvPr>
        </p:nvSpPr>
        <p:spPr>
          <a:xfrm>
            <a:off x="1581138" y="700668"/>
            <a:ext cx="6603643" cy="4992039"/>
          </a:xfrm>
        </p:spPr>
        <p:txBody>
          <a:bodyPr anchor="ctr">
            <a:normAutofit/>
          </a:bodyPr>
          <a:lstStyle>
            <a:lvl1pPr algn="l">
              <a:defRPr sz="6000"/>
            </a:lvl1pPr>
          </a:lstStyle>
          <a:p>
            <a:r>
              <a:rPr lang="zh-CN" altLang="en-US" dirty="0"/>
              <a:t>单击此处编辑母版标题样式</a:t>
            </a:r>
            <a:endParaRPr lang="zh-CN" altLang="en-US" dirty="0"/>
          </a:p>
        </p:txBody>
      </p:sp>
      <p:sp>
        <p:nvSpPr>
          <p:cNvPr id="4" name="日期占位符 3"/>
          <p:cNvSpPr>
            <a:spLocks noGrp="1"/>
          </p:cNvSpPr>
          <p:nvPr>
            <p:ph type="dt" sz="half" idx="10"/>
            <p:custDataLst>
              <p:tags r:id="rId31"/>
            </p:custDataLst>
          </p:nvPr>
        </p:nvSpPr>
        <p:spPr/>
        <p:txBody>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32"/>
            </p:custDataLst>
          </p:nvPr>
        </p:nvSpPr>
        <p:spPr/>
        <p:txBody>
          <a:bodyPr/>
          <a:lstStyle/>
          <a:p>
            <a:endParaRPr lang="zh-CN" altLang="en-US"/>
          </a:p>
        </p:txBody>
      </p:sp>
      <p:sp>
        <p:nvSpPr>
          <p:cNvPr id="6" name="灯片编号占位符 5"/>
          <p:cNvSpPr>
            <a:spLocks noGrp="1"/>
          </p:cNvSpPr>
          <p:nvPr>
            <p:ph type="sldNum" sz="quarter" idx="12"/>
            <p:custDataLst>
              <p:tags r:id="rId33"/>
            </p:custDataLst>
          </p:nvPr>
        </p:nvSpPr>
        <p:spPr/>
        <p:txBody>
          <a:bodyPr/>
          <a:lstStyle/>
          <a:p>
            <a:fld id="{BE5F26B5-172A-4DC2-B0B7-181CFC56B87C}" type="slidenum">
              <a:rPr lang="zh-CN" altLang="en-US" smtClean="0"/>
            </a:fld>
            <a:endParaRPr lang="zh-CN" altLang="en-US"/>
          </a:p>
        </p:txBody>
      </p:sp>
      <p:sp>
        <p:nvSpPr>
          <p:cNvPr id="8" name="文本占位符 7"/>
          <p:cNvSpPr>
            <a:spLocks noGrp="1"/>
          </p:cNvSpPr>
          <p:nvPr>
            <p:ph type="body" sz="quarter" idx="13" hasCustomPrompt="1"/>
            <p:custDataLst>
              <p:tags r:id="rId34"/>
            </p:custDataLst>
          </p:nvPr>
        </p:nvSpPr>
        <p:spPr>
          <a:xfrm>
            <a:off x="10270349" y="2560320"/>
            <a:ext cx="1632479" cy="1869606"/>
          </a:xfrm>
        </p:spPr>
        <p:txBody>
          <a:bodyPr anchor="ctr">
            <a:noAutofit/>
          </a:bodyPr>
          <a:lstStyle>
            <a:lvl1pPr marL="0" indent="0" algn="ctr">
              <a:buNone/>
              <a:defRPr sz="7200" b="1">
                <a:solidFill>
                  <a:schemeClr val="bg1"/>
                </a:solidFill>
              </a:defRPr>
            </a:lvl1pPr>
          </a:lstStyle>
          <a:p>
            <a:pPr lvl="0"/>
            <a:r>
              <a:rPr lang="zh-CN" altLang="en-US" dirty="0"/>
              <a:t>节编号</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lIns="0" tIns="0" rIns="0" bIns="0" rtlCol="0" anchor="ctr">
            <a:normAutofit/>
          </a:bodyPr>
          <a:lstStyle>
            <a:lvl1pPr>
              <a:defRPr lang="zh-CN" altLang="en-US" dirty="0"/>
            </a:lvl1pPr>
          </a:lstStyle>
          <a:p>
            <a:pPr lvl="0"/>
            <a:r>
              <a:rPr lang="zh-CN" altLang="en-US" dirty="0"/>
              <a:t>单击此处编辑母版标题样式</a:t>
            </a:r>
            <a:endParaRPr lang="zh-CN" altLang="en-US" dirty="0"/>
          </a:p>
        </p:txBody>
      </p:sp>
      <p:sp>
        <p:nvSpPr>
          <p:cNvPr id="3" name="内容占位符 2"/>
          <p:cNvSpPr>
            <a:spLocks noGrp="1"/>
          </p:cNvSpPr>
          <p:nvPr>
            <p:ph sz="half" idx="1"/>
            <p:custDataLst>
              <p:tags r:id="rId3"/>
            </p:custDataLst>
          </p:nvPr>
        </p:nvSpPr>
        <p:spPr>
          <a:xfrm>
            <a:off x="695960" y="1301750"/>
            <a:ext cx="5323840" cy="4875850"/>
          </a:xfrm>
        </p:spPr>
        <p:txBody>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内容占位符 3"/>
          <p:cNvSpPr>
            <a:spLocks noGrp="1"/>
          </p:cNvSpPr>
          <p:nvPr>
            <p:ph sz="half" idx="2"/>
            <p:custDataLst>
              <p:tags r:id="rId4"/>
            </p:custDataLst>
          </p:nvPr>
        </p:nvSpPr>
        <p:spPr>
          <a:xfrm>
            <a:off x="6172200" y="1301750"/>
            <a:ext cx="5323840" cy="4875850"/>
          </a:xfrm>
        </p:spPr>
        <p:txBody>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5" name="日期占位符 4"/>
          <p:cNvSpPr>
            <a:spLocks noGrp="1"/>
          </p:cNvSpPr>
          <p:nvPr>
            <p:ph type="dt" sz="half" idx="10"/>
            <p:custDataLst>
              <p:tags r:id="rId5"/>
            </p:custDataLst>
          </p:nvPr>
        </p:nvSpPr>
        <p:spPr/>
        <p:txBody>
          <a:bodyPr/>
          <a:lstStyle/>
          <a:p>
            <a:fld id="{5592522B-0F24-4480-B9DD-A9474A6880D6}"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BE5F26B5-172A-4DC2-B0B7-181CFC56B87C}"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839788" y="360000"/>
            <a:ext cx="10515600" cy="864000"/>
          </a:xfrm>
        </p:spPr>
        <p:txBody>
          <a:bodyPr vert="horz" lIns="0" tIns="0" rIns="0" bIns="0" rtlCol="0" anchor="ctr">
            <a:normAutofit/>
          </a:bodyPr>
          <a:lstStyle>
            <a:lvl1pPr>
              <a:defRPr lang="zh-CN" altLang="en-US" dirty="0"/>
            </a:lvl1pPr>
          </a:lstStyle>
          <a:p>
            <a:pPr lvl="0"/>
            <a:r>
              <a:rPr lang="zh-CN" altLang="en-US" dirty="0"/>
              <a:t>单击此处编辑母版标题样式</a:t>
            </a:r>
            <a:endParaRPr lang="zh-CN" altLang="en-US" dirty="0"/>
          </a:p>
        </p:txBody>
      </p:sp>
      <p:sp>
        <p:nvSpPr>
          <p:cNvPr id="3" name="文本占位符 2"/>
          <p:cNvSpPr>
            <a:spLocks noGrp="1"/>
          </p:cNvSpPr>
          <p:nvPr>
            <p:ph type="body" idx="1"/>
            <p:custDataLst>
              <p:tags r:id="rId3"/>
            </p:custDataLst>
          </p:nvPr>
        </p:nvSpPr>
        <p:spPr>
          <a:xfrm>
            <a:off x="695960" y="1301750"/>
            <a:ext cx="5323840" cy="41130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custDataLst>
              <p:tags r:id="rId4"/>
            </p:custDataLst>
          </p:nvPr>
        </p:nvSpPr>
        <p:spPr>
          <a:xfrm>
            <a:off x="695960" y="1875099"/>
            <a:ext cx="5323840" cy="4300276"/>
          </a:xfrm>
        </p:spPr>
        <p:txBody>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5" name="文本占位符 4"/>
          <p:cNvSpPr>
            <a:spLocks noGrp="1"/>
          </p:cNvSpPr>
          <p:nvPr>
            <p:ph type="body" sz="quarter" idx="3"/>
            <p:custDataLst>
              <p:tags r:id="rId5"/>
            </p:custDataLst>
          </p:nvPr>
        </p:nvSpPr>
        <p:spPr>
          <a:xfrm>
            <a:off x="6172200" y="1301750"/>
            <a:ext cx="5323840" cy="41130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custDataLst>
              <p:tags r:id="rId6"/>
            </p:custDataLst>
          </p:nvPr>
        </p:nvSpPr>
        <p:spPr>
          <a:xfrm>
            <a:off x="6172200" y="1875099"/>
            <a:ext cx="5323840" cy="4300276"/>
          </a:xfrm>
        </p:spPr>
        <p:txBody>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7" name="日期占位符 6"/>
          <p:cNvSpPr>
            <a:spLocks noGrp="1"/>
          </p:cNvSpPr>
          <p:nvPr>
            <p:ph type="dt" sz="half" idx="10"/>
            <p:custDataLst>
              <p:tags r:id="rId7"/>
            </p:custDataLst>
          </p:nvPr>
        </p:nvSpPr>
        <p:spPr/>
        <p:txBody>
          <a:bodyPr/>
          <a:lstStyle/>
          <a:p>
            <a:fld id="{5592522B-0F24-4480-B9DD-A9474A6880D6}"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BE5F26B5-172A-4DC2-B0B7-181CFC56B87C}"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BE5F26B5-172A-4DC2-B0B7-181CFC56B87C}"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5592522B-0F24-4480-B9DD-A9474A6880D6}"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BE5F26B5-172A-4DC2-B0B7-181CFC56B87C}"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695960" y="360045"/>
            <a:ext cx="10801985" cy="5817870"/>
          </a:xfrm>
        </p:spPr>
        <p:txBody>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日期占位符 3"/>
          <p:cNvSpPr>
            <a:spLocks noGrp="1"/>
          </p:cNvSpPr>
          <p:nvPr>
            <p:ph type="dt" sz="half" idx="10"/>
            <p:custDataLst>
              <p:tags r:id="rId3"/>
            </p:custDataLst>
          </p:nvPr>
        </p:nvSpPr>
        <p:spPr/>
        <p:txBody>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BE5F26B5-172A-4DC2-B0B7-181CFC56B87C}"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839788" y="360000"/>
            <a:ext cx="10515600" cy="864000"/>
          </a:xfrm>
        </p:spPr>
        <p:txBody>
          <a:bodyPr/>
          <a:lstStyle/>
          <a:p>
            <a:r>
              <a:rPr lang="zh-CN" altLang="en-US" dirty="0"/>
              <a:t>单击此处编辑母版标题样式</a:t>
            </a:r>
            <a:endParaRPr lang="zh-CN" altLang="en-US" dirty="0"/>
          </a:p>
        </p:txBody>
      </p:sp>
      <p:sp>
        <p:nvSpPr>
          <p:cNvPr id="3" name="文本占位符 2"/>
          <p:cNvSpPr>
            <a:spLocks noGrp="1"/>
          </p:cNvSpPr>
          <p:nvPr>
            <p:ph type="body" idx="1" hasCustomPrompt="1"/>
            <p:custDataLst>
              <p:tags r:id="rId3"/>
            </p:custDataLst>
          </p:nvPr>
        </p:nvSpPr>
        <p:spPr>
          <a:xfrm>
            <a:off x="695960" y="1301750"/>
            <a:ext cx="10799088" cy="405553"/>
          </a:xfrm>
        </p:spPr>
        <p:txBody>
          <a:bodyPr anchor="t"/>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dirty="0"/>
              <a:t>单击此处编辑母版副标题样式</a:t>
            </a:r>
            <a:endParaRPr lang="zh-CN" altLang="en-US" dirty="0"/>
          </a:p>
        </p:txBody>
      </p:sp>
      <p:sp>
        <p:nvSpPr>
          <p:cNvPr id="7" name="日期占位符 6"/>
          <p:cNvSpPr>
            <a:spLocks noGrp="1"/>
          </p:cNvSpPr>
          <p:nvPr>
            <p:ph type="dt" sz="half" idx="10"/>
            <p:custDataLst>
              <p:tags r:id="rId4"/>
            </p:custDataLst>
          </p:nvPr>
        </p:nvSpPr>
        <p:spPr/>
        <p:txBody>
          <a:bodyPr/>
          <a:lstStyle/>
          <a:p>
            <a:fld id="{5592522B-0F24-4480-B9DD-A9474A6880D6}" type="datetimeFigureOut">
              <a:rPr lang="zh-CN" altLang="en-US" smtClean="0"/>
            </a:fld>
            <a:endParaRPr lang="zh-CN" altLang="en-US"/>
          </a:p>
        </p:txBody>
      </p:sp>
      <p:sp>
        <p:nvSpPr>
          <p:cNvPr id="8" name="页脚占位符 7"/>
          <p:cNvSpPr>
            <a:spLocks noGrp="1"/>
          </p:cNvSpPr>
          <p:nvPr>
            <p:ph type="ftr" sz="quarter" idx="11"/>
            <p:custDataLst>
              <p:tags r:id="rId5"/>
            </p:custDataLst>
          </p:nvPr>
        </p:nvSpPr>
        <p:spPr/>
        <p:txBody>
          <a:bodyPr/>
          <a:lstStyle/>
          <a:p>
            <a:endParaRPr lang="zh-CN" altLang="en-US"/>
          </a:p>
        </p:txBody>
      </p:sp>
      <p:sp>
        <p:nvSpPr>
          <p:cNvPr id="9" name="灯片编号占位符 8"/>
          <p:cNvSpPr>
            <a:spLocks noGrp="1"/>
          </p:cNvSpPr>
          <p:nvPr>
            <p:ph type="sldNum" sz="quarter" idx="12"/>
            <p:custDataLst>
              <p:tags r:id="rId6"/>
            </p:custDataLst>
          </p:nvPr>
        </p:nvSpPr>
        <p:spPr/>
        <p:txBody>
          <a:bodyPr/>
          <a:lstStyle/>
          <a:p>
            <a:fld id="{BE5F26B5-172A-4DC2-B0B7-181CFC56B87C}"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pic>
        <p:nvPicPr>
          <p:cNvPr id="8" name="VCG41N1266076819"/>
          <p:cNvPicPr>
            <a:picLocks noChangeAspect="1"/>
          </p:cNvPicPr>
          <p:nvPr userDrawn="1">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313764" y="0"/>
            <a:ext cx="1888015" cy="3047113"/>
          </a:xfrm>
          <a:prstGeom prst="rect">
            <a:avLst/>
          </a:prstGeom>
        </p:spPr>
      </p:pic>
      <p:cxnSp>
        <p:nvCxnSpPr>
          <p:cNvPr id="9" name="直接连接符 8"/>
          <p:cNvCxnSpPr/>
          <p:nvPr userDrawn="1">
            <p:custDataLst>
              <p:tags r:id="rId5"/>
            </p:custDataLst>
          </p:nvPr>
        </p:nvCxnSpPr>
        <p:spPr>
          <a:xfrm>
            <a:off x="558800" y="6527800"/>
            <a:ext cx="9563100" cy="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1" name="任意多边形: 形状 10"/>
          <p:cNvSpPr/>
          <p:nvPr userDrawn="1">
            <p:custDataLst>
              <p:tags r:id="rId6"/>
            </p:custDataLst>
          </p:nvPr>
        </p:nvSpPr>
        <p:spPr>
          <a:xfrm>
            <a:off x="9845675" y="5245735"/>
            <a:ext cx="1585595" cy="1607185"/>
          </a:xfrm>
          <a:custGeom>
            <a:avLst/>
            <a:gdLst>
              <a:gd name="connsiteX0" fmla="*/ 1924435 w 1924435"/>
              <a:gd name="connsiteY0" fmla="*/ 1924435 h 1924435"/>
              <a:gd name="connsiteX1" fmla="*/ 0 w 1924435"/>
              <a:gd name="connsiteY1" fmla="*/ 1924435 h 1924435"/>
              <a:gd name="connsiteX2" fmla="*/ 0 w 1924435"/>
              <a:gd name="connsiteY2" fmla="*/ 962218 h 1924435"/>
              <a:gd name="connsiteX3" fmla="*/ 962218 w 1924435"/>
              <a:gd name="connsiteY3" fmla="*/ 0 h 1924435"/>
              <a:gd name="connsiteX4" fmla="*/ 962218 w 1924435"/>
              <a:gd name="connsiteY4" fmla="*/ 0 h 1924435"/>
              <a:gd name="connsiteX5" fmla="*/ 1924435 w 1924435"/>
              <a:gd name="connsiteY5" fmla="*/ 962218 h 1924435"/>
              <a:gd name="connsiteX6" fmla="*/ 1924435 w 1924435"/>
              <a:gd name="connsiteY6" fmla="*/ 1924435 h 1924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24435" h="1924435">
                <a:moveTo>
                  <a:pt x="1924435" y="1924435"/>
                </a:moveTo>
                <a:lnTo>
                  <a:pt x="0" y="1924435"/>
                </a:lnTo>
                <a:lnTo>
                  <a:pt x="0" y="962218"/>
                </a:lnTo>
                <a:cubicBezTo>
                  <a:pt x="0" y="430944"/>
                  <a:pt x="430944" y="0"/>
                  <a:pt x="962218" y="0"/>
                </a:cubicBezTo>
                <a:lnTo>
                  <a:pt x="962218" y="0"/>
                </a:lnTo>
                <a:cubicBezTo>
                  <a:pt x="1493491" y="0"/>
                  <a:pt x="1924435" y="430944"/>
                  <a:pt x="1924435" y="962218"/>
                </a:cubicBezTo>
                <a:lnTo>
                  <a:pt x="1924435" y="1924435"/>
                </a:lnTo>
                <a:close/>
              </a:path>
            </a:pathLst>
          </a:custGeom>
          <a:solidFill>
            <a:schemeClr val="accent6"/>
          </a:solidFill>
          <a:ln w="2934" cap="flat">
            <a:noFill/>
            <a:prstDash val="solid"/>
            <a:miter/>
          </a:ln>
        </p:spPr>
        <p:txBody>
          <a:bodyPr rtlCol="0" anchor="ctr"/>
          <a:lstStyle/>
          <a:p>
            <a:endParaRPr lang="zh-CN" altLang="en-US"/>
          </a:p>
        </p:txBody>
      </p:sp>
      <p:sp>
        <p:nvSpPr>
          <p:cNvPr id="12" name="任意多边形: 形状 11"/>
          <p:cNvSpPr/>
          <p:nvPr userDrawn="1">
            <p:custDataLst>
              <p:tags r:id="rId7"/>
            </p:custDataLst>
          </p:nvPr>
        </p:nvSpPr>
        <p:spPr>
          <a:xfrm flipH="1">
            <a:off x="11099800" y="1419860"/>
            <a:ext cx="1092200" cy="2183765"/>
          </a:xfrm>
          <a:custGeom>
            <a:avLst/>
            <a:gdLst>
              <a:gd name="connsiteX0" fmla="*/ 1130019 w 1130018"/>
              <a:gd name="connsiteY0" fmla="*/ 1130019 h 2260037"/>
              <a:gd name="connsiteX1" fmla="*/ 0 w 1130018"/>
              <a:gd name="connsiteY1" fmla="*/ 0 h 2260037"/>
              <a:gd name="connsiteX2" fmla="*/ 0 w 1130018"/>
              <a:gd name="connsiteY2" fmla="*/ 2260038 h 2260037"/>
              <a:gd name="connsiteX3" fmla="*/ 1130019 w 1130018"/>
              <a:gd name="connsiteY3" fmla="*/ 1130019 h 2260037"/>
            </a:gdLst>
            <a:ahLst/>
            <a:cxnLst>
              <a:cxn ang="0">
                <a:pos x="connsiteX0" y="connsiteY0"/>
              </a:cxn>
              <a:cxn ang="0">
                <a:pos x="connsiteX1" y="connsiteY1"/>
              </a:cxn>
              <a:cxn ang="0">
                <a:pos x="connsiteX2" y="connsiteY2"/>
              </a:cxn>
              <a:cxn ang="0">
                <a:pos x="connsiteX3" y="connsiteY3"/>
              </a:cxn>
            </a:cxnLst>
            <a:rect l="l" t="t" r="r" b="b"/>
            <a:pathLst>
              <a:path w="1130018" h="2260037">
                <a:moveTo>
                  <a:pt x="1130019" y="1130019"/>
                </a:moveTo>
                <a:cubicBezTo>
                  <a:pt x="1130019" y="506044"/>
                  <a:pt x="623974" y="0"/>
                  <a:pt x="0" y="0"/>
                </a:cubicBezTo>
                <a:lnTo>
                  <a:pt x="0" y="2260038"/>
                </a:lnTo>
                <a:cubicBezTo>
                  <a:pt x="623974" y="2260038"/>
                  <a:pt x="1130019" y="1754287"/>
                  <a:pt x="1130019" y="1130019"/>
                </a:cubicBezTo>
                <a:close/>
              </a:path>
            </a:pathLst>
          </a:custGeom>
          <a:solidFill>
            <a:schemeClr val="accent1"/>
          </a:solidFill>
          <a:ln w="2934" cap="flat">
            <a:noFill/>
            <a:prstDash val="solid"/>
            <a:miter/>
          </a:ln>
        </p:spPr>
        <p:txBody>
          <a:bodyPr rtlCol="0" anchor="ctr"/>
          <a:lstStyle/>
          <a:p>
            <a:endParaRPr lang="zh-CN" altLang="en-US"/>
          </a:p>
        </p:txBody>
      </p:sp>
      <p:sp>
        <p:nvSpPr>
          <p:cNvPr id="15" name="任意多边形: 形状 14"/>
          <p:cNvSpPr/>
          <p:nvPr userDrawn="1">
            <p:custDataLst>
              <p:tags r:id="rId8"/>
            </p:custDataLst>
          </p:nvPr>
        </p:nvSpPr>
        <p:spPr>
          <a:xfrm>
            <a:off x="10956925" y="2486025"/>
            <a:ext cx="46355" cy="46355"/>
          </a:xfrm>
          <a:custGeom>
            <a:avLst/>
            <a:gdLst>
              <a:gd name="connsiteX0" fmla="*/ 0 w 55151"/>
              <a:gd name="connsiteY0" fmla="*/ 27282 h 55151"/>
              <a:gd name="connsiteX1" fmla="*/ 27576 w 55151"/>
              <a:gd name="connsiteY1" fmla="*/ 0 h 55151"/>
              <a:gd name="connsiteX2" fmla="*/ 55152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2" y="12028"/>
                  <a:pt x="55152" y="27282"/>
                </a:cubicBezTo>
                <a:cubicBezTo>
                  <a:pt x="55152" y="42830"/>
                  <a:pt x="42830" y="55151"/>
                  <a:pt x="27576" y="55151"/>
                </a:cubicBezTo>
                <a:cubicBezTo>
                  <a:pt x="12028" y="55151"/>
                  <a:pt x="0" y="42830"/>
                  <a:pt x="0" y="27282"/>
                </a:cubicBezTo>
                <a:close/>
              </a:path>
            </a:pathLst>
          </a:custGeom>
          <a:solidFill>
            <a:schemeClr val="accent6"/>
          </a:solidFill>
          <a:ln w="2934" cap="flat">
            <a:noFill/>
            <a:prstDash val="solid"/>
            <a:miter/>
          </a:ln>
        </p:spPr>
        <p:txBody>
          <a:bodyPr rtlCol="0" anchor="ctr"/>
          <a:lstStyle/>
          <a:p>
            <a:endParaRPr lang="zh-CN" altLang="en-US">
              <a:noFill/>
            </a:endParaRPr>
          </a:p>
        </p:txBody>
      </p:sp>
      <p:sp>
        <p:nvSpPr>
          <p:cNvPr id="16" name="任意多边形: 形状 15"/>
          <p:cNvSpPr/>
          <p:nvPr userDrawn="1">
            <p:custDataLst>
              <p:tags r:id="rId9"/>
            </p:custDataLst>
          </p:nvPr>
        </p:nvSpPr>
        <p:spPr>
          <a:xfrm>
            <a:off x="11095355" y="2486025"/>
            <a:ext cx="46355" cy="46355"/>
          </a:xfrm>
          <a:custGeom>
            <a:avLst/>
            <a:gdLst>
              <a:gd name="connsiteX0" fmla="*/ 0 w 55151"/>
              <a:gd name="connsiteY0" fmla="*/ 27282 h 55151"/>
              <a:gd name="connsiteX1" fmla="*/ 27576 w 55151"/>
              <a:gd name="connsiteY1" fmla="*/ 0 h 55151"/>
              <a:gd name="connsiteX2" fmla="*/ 55152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2" y="12028"/>
                  <a:pt x="55152" y="27282"/>
                </a:cubicBezTo>
                <a:cubicBezTo>
                  <a:pt x="55152" y="42830"/>
                  <a:pt x="42830" y="55151"/>
                  <a:pt x="27576" y="55151"/>
                </a:cubicBezTo>
                <a:cubicBezTo>
                  <a:pt x="12028" y="55151"/>
                  <a:pt x="0" y="42830"/>
                  <a:pt x="0" y="27282"/>
                </a:cubicBezTo>
                <a:close/>
              </a:path>
            </a:pathLst>
          </a:custGeom>
          <a:solidFill>
            <a:schemeClr val="accent6"/>
          </a:solidFill>
          <a:ln w="2934" cap="flat">
            <a:noFill/>
            <a:prstDash val="solid"/>
            <a:miter/>
          </a:ln>
        </p:spPr>
        <p:txBody>
          <a:bodyPr rtlCol="0" anchor="ctr"/>
          <a:lstStyle/>
          <a:p>
            <a:endParaRPr lang="zh-CN" altLang="en-US">
              <a:noFill/>
            </a:endParaRPr>
          </a:p>
        </p:txBody>
      </p:sp>
      <p:sp>
        <p:nvSpPr>
          <p:cNvPr id="17" name="任意多边形: 形状 16"/>
          <p:cNvSpPr/>
          <p:nvPr userDrawn="1">
            <p:custDataLst>
              <p:tags r:id="rId10"/>
            </p:custDataLst>
          </p:nvPr>
        </p:nvSpPr>
        <p:spPr>
          <a:xfrm>
            <a:off x="11233150" y="2486025"/>
            <a:ext cx="46355" cy="46355"/>
          </a:xfrm>
          <a:custGeom>
            <a:avLst/>
            <a:gdLst>
              <a:gd name="connsiteX0" fmla="*/ 0 w 55151"/>
              <a:gd name="connsiteY0" fmla="*/ 27282 h 55151"/>
              <a:gd name="connsiteX1" fmla="*/ 27576 w 55151"/>
              <a:gd name="connsiteY1" fmla="*/ 0 h 55151"/>
              <a:gd name="connsiteX2" fmla="*/ 55151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1" y="12028"/>
                  <a:pt x="55151" y="27282"/>
                </a:cubicBezTo>
                <a:cubicBezTo>
                  <a:pt x="55151" y="42830"/>
                  <a:pt x="42830" y="55151"/>
                  <a:pt x="27576" y="55151"/>
                </a:cubicBezTo>
                <a:cubicBezTo>
                  <a:pt x="12028" y="55151"/>
                  <a:pt x="0" y="42830"/>
                  <a:pt x="0" y="27282"/>
                </a:cubicBezTo>
                <a:close/>
              </a:path>
            </a:pathLst>
          </a:custGeom>
          <a:solidFill>
            <a:schemeClr val="accent6"/>
          </a:solidFill>
          <a:ln w="2934" cap="flat">
            <a:noFill/>
            <a:prstDash val="solid"/>
            <a:miter/>
          </a:ln>
        </p:spPr>
        <p:txBody>
          <a:bodyPr rtlCol="0" anchor="ctr"/>
          <a:lstStyle/>
          <a:p>
            <a:endParaRPr lang="zh-CN" altLang="en-US">
              <a:noFill/>
            </a:endParaRPr>
          </a:p>
        </p:txBody>
      </p:sp>
      <p:sp>
        <p:nvSpPr>
          <p:cNvPr id="19" name="任意多边形: 形状 18"/>
          <p:cNvSpPr/>
          <p:nvPr userDrawn="1">
            <p:custDataLst>
              <p:tags r:id="rId11"/>
            </p:custDataLst>
          </p:nvPr>
        </p:nvSpPr>
        <p:spPr>
          <a:xfrm>
            <a:off x="11371580" y="2486025"/>
            <a:ext cx="46355" cy="46355"/>
          </a:xfrm>
          <a:custGeom>
            <a:avLst/>
            <a:gdLst>
              <a:gd name="connsiteX0" fmla="*/ 0 w 55151"/>
              <a:gd name="connsiteY0" fmla="*/ 27282 h 55151"/>
              <a:gd name="connsiteX1" fmla="*/ 27576 w 55151"/>
              <a:gd name="connsiteY1" fmla="*/ 0 h 55151"/>
              <a:gd name="connsiteX2" fmla="*/ 55151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1" y="12028"/>
                  <a:pt x="55151" y="27282"/>
                </a:cubicBezTo>
                <a:cubicBezTo>
                  <a:pt x="55151" y="42830"/>
                  <a:pt x="42830" y="55151"/>
                  <a:pt x="27576" y="55151"/>
                </a:cubicBezTo>
                <a:cubicBezTo>
                  <a:pt x="12028" y="55151"/>
                  <a:pt x="0" y="42830"/>
                  <a:pt x="0" y="27282"/>
                </a:cubicBezTo>
                <a:close/>
              </a:path>
            </a:pathLst>
          </a:custGeom>
          <a:solidFill>
            <a:schemeClr val="accent6"/>
          </a:solidFill>
          <a:ln w="2934" cap="flat">
            <a:noFill/>
            <a:prstDash val="solid"/>
            <a:miter/>
          </a:ln>
        </p:spPr>
        <p:txBody>
          <a:bodyPr rtlCol="0" anchor="ctr"/>
          <a:lstStyle/>
          <a:p>
            <a:endParaRPr lang="zh-CN" altLang="en-US">
              <a:noFill/>
            </a:endParaRPr>
          </a:p>
        </p:txBody>
      </p:sp>
      <p:sp>
        <p:nvSpPr>
          <p:cNvPr id="21" name="任意多边形: 形状 20"/>
          <p:cNvSpPr/>
          <p:nvPr userDrawn="1">
            <p:custDataLst>
              <p:tags r:id="rId12"/>
            </p:custDataLst>
          </p:nvPr>
        </p:nvSpPr>
        <p:spPr>
          <a:xfrm>
            <a:off x="11510010" y="2486025"/>
            <a:ext cx="46355" cy="46355"/>
          </a:xfrm>
          <a:custGeom>
            <a:avLst/>
            <a:gdLst>
              <a:gd name="connsiteX0" fmla="*/ 0 w 55151"/>
              <a:gd name="connsiteY0" fmla="*/ 27282 h 55151"/>
              <a:gd name="connsiteX1" fmla="*/ 27576 w 55151"/>
              <a:gd name="connsiteY1" fmla="*/ 0 h 55151"/>
              <a:gd name="connsiteX2" fmla="*/ 55151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1" y="12028"/>
                  <a:pt x="55151" y="27282"/>
                </a:cubicBezTo>
                <a:cubicBezTo>
                  <a:pt x="55151" y="42830"/>
                  <a:pt x="42830" y="55151"/>
                  <a:pt x="27576" y="55151"/>
                </a:cubicBezTo>
                <a:cubicBezTo>
                  <a:pt x="12028" y="55151"/>
                  <a:pt x="0" y="42830"/>
                  <a:pt x="0" y="27282"/>
                </a:cubicBezTo>
                <a:close/>
              </a:path>
            </a:pathLst>
          </a:custGeom>
          <a:solidFill>
            <a:schemeClr val="accent6"/>
          </a:solidFill>
          <a:ln w="2934" cap="flat">
            <a:noFill/>
            <a:prstDash val="solid"/>
            <a:miter/>
          </a:ln>
        </p:spPr>
        <p:txBody>
          <a:bodyPr rtlCol="0" anchor="ctr"/>
          <a:lstStyle/>
          <a:p>
            <a:endParaRPr lang="zh-CN" altLang="en-US">
              <a:noFill/>
            </a:endParaRPr>
          </a:p>
        </p:txBody>
      </p:sp>
      <p:sp>
        <p:nvSpPr>
          <p:cNvPr id="22" name="任意多边形: 形状 21"/>
          <p:cNvSpPr/>
          <p:nvPr userDrawn="1">
            <p:custDataLst>
              <p:tags r:id="rId13"/>
            </p:custDataLst>
          </p:nvPr>
        </p:nvSpPr>
        <p:spPr>
          <a:xfrm>
            <a:off x="11648440" y="2486025"/>
            <a:ext cx="46355" cy="46355"/>
          </a:xfrm>
          <a:custGeom>
            <a:avLst/>
            <a:gdLst>
              <a:gd name="connsiteX0" fmla="*/ 0 w 55151"/>
              <a:gd name="connsiteY0" fmla="*/ 27282 h 55151"/>
              <a:gd name="connsiteX1" fmla="*/ 27576 w 55151"/>
              <a:gd name="connsiteY1" fmla="*/ 0 h 55151"/>
              <a:gd name="connsiteX2" fmla="*/ 55151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1" y="12028"/>
                  <a:pt x="55151" y="27282"/>
                </a:cubicBezTo>
                <a:cubicBezTo>
                  <a:pt x="55151" y="42830"/>
                  <a:pt x="42830" y="55151"/>
                  <a:pt x="27576" y="55151"/>
                </a:cubicBezTo>
                <a:cubicBezTo>
                  <a:pt x="12028" y="55151"/>
                  <a:pt x="0" y="42830"/>
                  <a:pt x="0" y="27282"/>
                </a:cubicBezTo>
                <a:close/>
              </a:path>
            </a:pathLst>
          </a:custGeom>
          <a:solidFill>
            <a:schemeClr val="accent6"/>
          </a:solidFill>
          <a:ln w="2934" cap="flat">
            <a:noFill/>
            <a:prstDash val="solid"/>
            <a:miter/>
          </a:ln>
        </p:spPr>
        <p:txBody>
          <a:bodyPr rtlCol="0" anchor="ctr"/>
          <a:lstStyle/>
          <a:p>
            <a:endParaRPr lang="zh-CN" altLang="en-US">
              <a:noFill/>
            </a:endParaRPr>
          </a:p>
        </p:txBody>
      </p:sp>
      <p:sp>
        <p:nvSpPr>
          <p:cNvPr id="23" name="任意多边形: 形状 22"/>
          <p:cNvSpPr/>
          <p:nvPr userDrawn="1">
            <p:custDataLst>
              <p:tags r:id="rId14"/>
            </p:custDataLst>
          </p:nvPr>
        </p:nvSpPr>
        <p:spPr>
          <a:xfrm>
            <a:off x="10956925" y="2752725"/>
            <a:ext cx="46355" cy="46355"/>
          </a:xfrm>
          <a:custGeom>
            <a:avLst/>
            <a:gdLst>
              <a:gd name="connsiteX0" fmla="*/ 0 w 55151"/>
              <a:gd name="connsiteY0" fmla="*/ 27282 h 55151"/>
              <a:gd name="connsiteX1" fmla="*/ 27576 w 55151"/>
              <a:gd name="connsiteY1" fmla="*/ 0 h 55151"/>
              <a:gd name="connsiteX2" fmla="*/ 55152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2" y="12028"/>
                  <a:pt x="55152" y="27282"/>
                </a:cubicBezTo>
                <a:cubicBezTo>
                  <a:pt x="55152" y="42830"/>
                  <a:pt x="42830" y="55151"/>
                  <a:pt x="27576" y="55151"/>
                </a:cubicBezTo>
                <a:cubicBezTo>
                  <a:pt x="12028" y="55151"/>
                  <a:pt x="0" y="42830"/>
                  <a:pt x="0" y="27282"/>
                </a:cubicBezTo>
                <a:close/>
              </a:path>
            </a:pathLst>
          </a:custGeom>
          <a:solidFill>
            <a:schemeClr val="accent6"/>
          </a:solidFill>
          <a:ln w="2934" cap="flat">
            <a:noFill/>
            <a:prstDash val="solid"/>
            <a:miter/>
          </a:ln>
        </p:spPr>
        <p:txBody>
          <a:bodyPr rtlCol="0" anchor="ctr"/>
          <a:lstStyle/>
          <a:p>
            <a:endParaRPr lang="zh-CN" altLang="en-US">
              <a:noFill/>
            </a:endParaRPr>
          </a:p>
        </p:txBody>
      </p:sp>
      <p:sp>
        <p:nvSpPr>
          <p:cNvPr id="25" name="任意多边形: 形状 24"/>
          <p:cNvSpPr/>
          <p:nvPr userDrawn="1">
            <p:custDataLst>
              <p:tags r:id="rId15"/>
            </p:custDataLst>
          </p:nvPr>
        </p:nvSpPr>
        <p:spPr>
          <a:xfrm>
            <a:off x="11095355" y="2752725"/>
            <a:ext cx="46355" cy="46355"/>
          </a:xfrm>
          <a:custGeom>
            <a:avLst/>
            <a:gdLst>
              <a:gd name="connsiteX0" fmla="*/ 0 w 55151"/>
              <a:gd name="connsiteY0" fmla="*/ 27282 h 55151"/>
              <a:gd name="connsiteX1" fmla="*/ 27576 w 55151"/>
              <a:gd name="connsiteY1" fmla="*/ 0 h 55151"/>
              <a:gd name="connsiteX2" fmla="*/ 55152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2" y="12028"/>
                  <a:pt x="55152" y="27282"/>
                </a:cubicBezTo>
                <a:cubicBezTo>
                  <a:pt x="55152" y="42830"/>
                  <a:pt x="42830" y="55151"/>
                  <a:pt x="27576" y="55151"/>
                </a:cubicBezTo>
                <a:cubicBezTo>
                  <a:pt x="12028" y="55151"/>
                  <a:pt x="0" y="42830"/>
                  <a:pt x="0" y="27282"/>
                </a:cubicBezTo>
                <a:close/>
              </a:path>
            </a:pathLst>
          </a:custGeom>
          <a:solidFill>
            <a:schemeClr val="accent6"/>
          </a:solidFill>
          <a:ln w="2934" cap="flat">
            <a:noFill/>
            <a:prstDash val="solid"/>
            <a:miter/>
          </a:ln>
        </p:spPr>
        <p:txBody>
          <a:bodyPr rtlCol="0" anchor="ctr"/>
          <a:lstStyle/>
          <a:p>
            <a:endParaRPr lang="zh-CN" altLang="en-US">
              <a:noFill/>
            </a:endParaRPr>
          </a:p>
        </p:txBody>
      </p:sp>
      <p:sp>
        <p:nvSpPr>
          <p:cNvPr id="26" name="任意多边形: 形状 25"/>
          <p:cNvSpPr/>
          <p:nvPr userDrawn="1">
            <p:custDataLst>
              <p:tags r:id="rId16"/>
            </p:custDataLst>
          </p:nvPr>
        </p:nvSpPr>
        <p:spPr>
          <a:xfrm>
            <a:off x="11233150" y="2752725"/>
            <a:ext cx="46355" cy="46355"/>
          </a:xfrm>
          <a:custGeom>
            <a:avLst/>
            <a:gdLst>
              <a:gd name="connsiteX0" fmla="*/ 0 w 55151"/>
              <a:gd name="connsiteY0" fmla="*/ 27282 h 55151"/>
              <a:gd name="connsiteX1" fmla="*/ 27576 w 55151"/>
              <a:gd name="connsiteY1" fmla="*/ 0 h 55151"/>
              <a:gd name="connsiteX2" fmla="*/ 55151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1" y="12028"/>
                  <a:pt x="55151" y="27282"/>
                </a:cubicBezTo>
                <a:cubicBezTo>
                  <a:pt x="55151" y="42830"/>
                  <a:pt x="42830" y="55151"/>
                  <a:pt x="27576" y="55151"/>
                </a:cubicBezTo>
                <a:cubicBezTo>
                  <a:pt x="12028" y="55151"/>
                  <a:pt x="0" y="42830"/>
                  <a:pt x="0" y="27282"/>
                </a:cubicBezTo>
                <a:close/>
              </a:path>
            </a:pathLst>
          </a:custGeom>
          <a:solidFill>
            <a:schemeClr val="accent6"/>
          </a:solidFill>
          <a:ln w="2934" cap="flat">
            <a:noFill/>
            <a:prstDash val="solid"/>
            <a:miter/>
          </a:ln>
        </p:spPr>
        <p:txBody>
          <a:bodyPr rtlCol="0" anchor="ctr"/>
          <a:lstStyle/>
          <a:p>
            <a:endParaRPr lang="zh-CN" altLang="en-US">
              <a:noFill/>
            </a:endParaRPr>
          </a:p>
        </p:txBody>
      </p:sp>
      <p:sp>
        <p:nvSpPr>
          <p:cNvPr id="27" name="任意多边形: 形状 26"/>
          <p:cNvSpPr/>
          <p:nvPr userDrawn="1">
            <p:custDataLst>
              <p:tags r:id="rId17"/>
            </p:custDataLst>
          </p:nvPr>
        </p:nvSpPr>
        <p:spPr>
          <a:xfrm>
            <a:off x="11371580" y="2752725"/>
            <a:ext cx="46355" cy="46355"/>
          </a:xfrm>
          <a:custGeom>
            <a:avLst/>
            <a:gdLst>
              <a:gd name="connsiteX0" fmla="*/ 0 w 55151"/>
              <a:gd name="connsiteY0" fmla="*/ 27282 h 55151"/>
              <a:gd name="connsiteX1" fmla="*/ 27576 w 55151"/>
              <a:gd name="connsiteY1" fmla="*/ 0 h 55151"/>
              <a:gd name="connsiteX2" fmla="*/ 55151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1" y="12028"/>
                  <a:pt x="55151" y="27282"/>
                </a:cubicBezTo>
                <a:cubicBezTo>
                  <a:pt x="55151" y="42830"/>
                  <a:pt x="42830" y="55151"/>
                  <a:pt x="27576" y="55151"/>
                </a:cubicBezTo>
                <a:cubicBezTo>
                  <a:pt x="12028" y="55151"/>
                  <a:pt x="0" y="42830"/>
                  <a:pt x="0" y="27282"/>
                </a:cubicBezTo>
                <a:close/>
              </a:path>
            </a:pathLst>
          </a:custGeom>
          <a:solidFill>
            <a:schemeClr val="accent6"/>
          </a:solidFill>
          <a:ln w="2934" cap="flat">
            <a:noFill/>
            <a:prstDash val="solid"/>
            <a:miter/>
          </a:ln>
        </p:spPr>
        <p:txBody>
          <a:bodyPr rtlCol="0" anchor="ctr"/>
          <a:lstStyle/>
          <a:p>
            <a:endParaRPr lang="zh-CN" altLang="en-US">
              <a:noFill/>
            </a:endParaRPr>
          </a:p>
        </p:txBody>
      </p:sp>
      <p:sp>
        <p:nvSpPr>
          <p:cNvPr id="28" name="任意多边形: 形状 27"/>
          <p:cNvSpPr/>
          <p:nvPr userDrawn="1">
            <p:custDataLst>
              <p:tags r:id="rId18"/>
            </p:custDataLst>
          </p:nvPr>
        </p:nvSpPr>
        <p:spPr>
          <a:xfrm>
            <a:off x="11510010" y="2752725"/>
            <a:ext cx="46355" cy="46355"/>
          </a:xfrm>
          <a:custGeom>
            <a:avLst/>
            <a:gdLst>
              <a:gd name="connsiteX0" fmla="*/ 0 w 55151"/>
              <a:gd name="connsiteY0" fmla="*/ 27282 h 55151"/>
              <a:gd name="connsiteX1" fmla="*/ 27576 w 55151"/>
              <a:gd name="connsiteY1" fmla="*/ 0 h 55151"/>
              <a:gd name="connsiteX2" fmla="*/ 55151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1" y="12028"/>
                  <a:pt x="55151" y="27282"/>
                </a:cubicBezTo>
                <a:cubicBezTo>
                  <a:pt x="55151" y="42830"/>
                  <a:pt x="42830" y="55151"/>
                  <a:pt x="27576" y="55151"/>
                </a:cubicBezTo>
                <a:cubicBezTo>
                  <a:pt x="12028" y="55151"/>
                  <a:pt x="0" y="42830"/>
                  <a:pt x="0" y="27282"/>
                </a:cubicBezTo>
                <a:close/>
              </a:path>
            </a:pathLst>
          </a:custGeom>
          <a:solidFill>
            <a:schemeClr val="accent6"/>
          </a:solidFill>
          <a:ln w="2934" cap="flat">
            <a:noFill/>
            <a:prstDash val="solid"/>
            <a:miter/>
          </a:ln>
        </p:spPr>
        <p:txBody>
          <a:bodyPr rtlCol="0" anchor="ctr"/>
          <a:lstStyle/>
          <a:p>
            <a:endParaRPr lang="zh-CN" altLang="en-US">
              <a:noFill/>
            </a:endParaRPr>
          </a:p>
        </p:txBody>
      </p:sp>
      <p:sp>
        <p:nvSpPr>
          <p:cNvPr id="29" name="任意多边形: 形状 28"/>
          <p:cNvSpPr/>
          <p:nvPr userDrawn="1">
            <p:custDataLst>
              <p:tags r:id="rId19"/>
            </p:custDataLst>
          </p:nvPr>
        </p:nvSpPr>
        <p:spPr>
          <a:xfrm>
            <a:off x="11648440" y="2752725"/>
            <a:ext cx="46355" cy="46355"/>
          </a:xfrm>
          <a:custGeom>
            <a:avLst/>
            <a:gdLst>
              <a:gd name="connsiteX0" fmla="*/ 0 w 55151"/>
              <a:gd name="connsiteY0" fmla="*/ 27282 h 55151"/>
              <a:gd name="connsiteX1" fmla="*/ 27576 w 55151"/>
              <a:gd name="connsiteY1" fmla="*/ 0 h 55151"/>
              <a:gd name="connsiteX2" fmla="*/ 55151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1" y="12028"/>
                  <a:pt x="55151" y="27282"/>
                </a:cubicBezTo>
                <a:cubicBezTo>
                  <a:pt x="55151" y="42830"/>
                  <a:pt x="42830" y="55151"/>
                  <a:pt x="27576" y="55151"/>
                </a:cubicBezTo>
                <a:cubicBezTo>
                  <a:pt x="12028" y="55151"/>
                  <a:pt x="0" y="42830"/>
                  <a:pt x="0" y="27282"/>
                </a:cubicBezTo>
                <a:close/>
              </a:path>
            </a:pathLst>
          </a:custGeom>
          <a:solidFill>
            <a:schemeClr val="accent6"/>
          </a:solidFill>
          <a:ln w="2934" cap="flat">
            <a:noFill/>
            <a:prstDash val="solid"/>
            <a:miter/>
          </a:ln>
        </p:spPr>
        <p:txBody>
          <a:bodyPr rtlCol="0" anchor="ctr"/>
          <a:lstStyle/>
          <a:p>
            <a:endParaRPr lang="zh-CN" altLang="en-US">
              <a:noFill/>
            </a:endParaRPr>
          </a:p>
        </p:txBody>
      </p:sp>
      <p:sp>
        <p:nvSpPr>
          <p:cNvPr id="30" name="任意多边形: 形状 29"/>
          <p:cNvSpPr/>
          <p:nvPr userDrawn="1">
            <p:custDataLst>
              <p:tags r:id="rId20"/>
            </p:custDataLst>
          </p:nvPr>
        </p:nvSpPr>
        <p:spPr>
          <a:xfrm>
            <a:off x="10956925" y="3018790"/>
            <a:ext cx="46355" cy="46355"/>
          </a:xfrm>
          <a:custGeom>
            <a:avLst/>
            <a:gdLst>
              <a:gd name="connsiteX0" fmla="*/ 0 w 55151"/>
              <a:gd name="connsiteY0" fmla="*/ 27283 h 55151"/>
              <a:gd name="connsiteX1" fmla="*/ 27576 w 55151"/>
              <a:gd name="connsiteY1" fmla="*/ 0 h 55151"/>
              <a:gd name="connsiteX2" fmla="*/ 55152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2" y="12028"/>
                  <a:pt x="55152" y="27283"/>
                </a:cubicBezTo>
                <a:cubicBezTo>
                  <a:pt x="55152" y="42831"/>
                  <a:pt x="42830" y="55152"/>
                  <a:pt x="27576" y="55152"/>
                </a:cubicBezTo>
                <a:cubicBezTo>
                  <a:pt x="12028" y="55152"/>
                  <a:pt x="0" y="42831"/>
                  <a:pt x="0" y="27283"/>
                </a:cubicBezTo>
                <a:close/>
              </a:path>
            </a:pathLst>
          </a:custGeom>
          <a:solidFill>
            <a:schemeClr val="accent6"/>
          </a:solidFill>
          <a:ln w="2934" cap="flat">
            <a:noFill/>
            <a:prstDash val="solid"/>
            <a:miter/>
          </a:ln>
        </p:spPr>
        <p:txBody>
          <a:bodyPr rtlCol="0" anchor="ctr"/>
          <a:lstStyle/>
          <a:p>
            <a:endParaRPr lang="zh-CN" altLang="en-US">
              <a:noFill/>
            </a:endParaRPr>
          </a:p>
        </p:txBody>
      </p:sp>
      <p:sp>
        <p:nvSpPr>
          <p:cNvPr id="31" name="任意多边形: 形状 30"/>
          <p:cNvSpPr/>
          <p:nvPr userDrawn="1">
            <p:custDataLst>
              <p:tags r:id="rId21"/>
            </p:custDataLst>
          </p:nvPr>
        </p:nvSpPr>
        <p:spPr>
          <a:xfrm>
            <a:off x="11095355" y="3018790"/>
            <a:ext cx="46355" cy="46355"/>
          </a:xfrm>
          <a:custGeom>
            <a:avLst/>
            <a:gdLst>
              <a:gd name="connsiteX0" fmla="*/ 0 w 55151"/>
              <a:gd name="connsiteY0" fmla="*/ 27283 h 55151"/>
              <a:gd name="connsiteX1" fmla="*/ 27576 w 55151"/>
              <a:gd name="connsiteY1" fmla="*/ 0 h 55151"/>
              <a:gd name="connsiteX2" fmla="*/ 55152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2" y="12028"/>
                  <a:pt x="55152" y="27283"/>
                </a:cubicBezTo>
                <a:cubicBezTo>
                  <a:pt x="55152" y="42831"/>
                  <a:pt x="42830" y="55152"/>
                  <a:pt x="27576" y="55152"/>
                </a:cubicBezTo>
                <a:cubicBezTo>
                  <a:pt x="12028" y="55152"/>
                  <a:pt x="0" y="42831"/>
                  <a:pt x="0" y="27283"/>
                </a:cubicBezTo>
                <a:close/>
              </a:path>
            </a:pathLst>
          </a:custGeom>
          <a:solidFill>
            <a:schemeClr val="accent6"/>
          </a:solidFill>
          <a:ln w="2934" cap="flat">
            <a:noFill/>
            <a:prstDash val="solid"/>
            <a:miter/>
          </a:ln>
        </p:spPr>
        <p:txBody>
          <a:bodyPr rtlCol="0" anchor="ctr"/>
          <a:lstStyle/>
          <a:p>
            <a:endParaRPr lang="zh-CN" altLang="en-US">
              <a:noFill/>
            </a:endParaRPr>
          </a:p>
        </p:txBody>
      </p:sp>
      <p:sp>
        <p:nvSpPr>
          <p:cNvPr id="32" name="任意多边形: 形状 31"/>
          <p:cNvSpPr/>
          <p:nvPr userDrawn="1">
            <p:custDataLst>
              <p:tags r:id="rId22"/>
            </p:custDataLst>
          </p:nvPr>
        </p:nvSpPr>
        <p:spPr>
          <a:xfrm>
            <a:off x="11233150" y="3018790"/>
            <a:ext cx="46355" cy="46355"/>
          </a:xfrm>
          <a:custGeom>
            <a:avLst/>
            <a:gdLst>
              <a:gd name="connsiteX0" fmla="*/ 0 w 55151"/>
              <a:gd name="connsiteY0" fmla="*/ 27283 h 55151"/>
              <a:gd name="connsiteX1" fmla="*/ 27576 w 55151"/>
              <a:gd name="connsiteY1" fmla="*/ 0 h 55151"/>
              <a:gd name="connsiteX2" fmla="*/ 55151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1" y="12028"/>
                  <a:pt x="55151" y="27283"/>
                </a:cubicBezTo>
                <a:cubicBezTo>
                  <a:pt x="55151" y="42831"/>
                  <a:pt x="42830" y="55152"/>
                  <a:pt x="27576" y="55152"/>
                </a:cubicBezTo>
                <a:cubicBezTo>
                  <a:pt x="12028" y="55152"/>
                  <a:pt x="0" y="42831"/>
                  <a:pt x="0" y="27283"/>
                </a:cubicBezTo>
                <a:close/>
              </a:path>
            </a:pathLst>
          </a:custGeom>
          <a:solidFill>
            <a:schemeClr val="accent6"/>
          </a:solidFill>
          <a:ln w="2934" cap="flat">
            <a:noFill/>
            <a:prstDash val="solid"/>
            <a:miter/>
          </a:ln>
        </p:spPr>
        <p:txBody>
          <a:bodyPr rtlCol="0" anchor="ctr"/>
          <a:lstStyle/>
          <a:p>
            <a:endParaRPr lang="zh-CN" altLang="en-US">
              <a:noFill/>
            </a:endParaRPr>
          </a:p>
        </p:txBody>
      </p:sp>
      <p:sp>
        <p:nvSpPr>
          <p:cNvPr id="33" name="任意多边形: 形状 32"/>
          <p:cNvSpPr/>
          <p:nvPr userDrawn="1">
            <p:custDataLst>
              <p:tags r:id="rId23"/>
            </p:custDataLst>
          </p:nvPr>
        </p:nvSpPr>
        <p:spPr>
          <a:xfrm>
            <a:off x="11371580" y="3018790"/>
            <a:ext cx="46355" cy="46355"/>
          </a:xfrm>
          <a:custGeom>
            <a:avLst/>
            <a:gdLst>
              <a:gd name="connsiteX0" fmla="*/ 0 w 55151"/>
              <a:gd name="connsiteY0" fmla="*/ 27283 h 55151"/>
              <a:gd name="connsiteX1" fmla="*/ 27576 w 55151"/>
              <a:gd name="connsiteY1" fmla="*/ 0 h 55151"/>
              <a:gd name="connsiteX2" fmla="*/ 55151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1" y="12028"/>
                  <a:pt x="55151" y="27283"/>
                </a:cubicBezTo>
                <a:cubicBezTo>
                  <a:pt x="55151" y="42831"/>
                  <a:pt x="42830" y="55152"/>
                  <a:pt x="27576" y="55152"/>
                </a:cubicBezTo>
                <a:cubicBezTo>
                  <a:pt x="12028" y="55152"/>
                  <a:pt x="0" y="42831"/>
                  <a:pt x="0" y="27283"/>
                </a:cubicBezTo>
                <a:close/>
              </a:path>
            </a:pathLst>
          </a:custGeom>
          <a:solidFill>
            <a:schemeClr val="accent6"/>
          </a:solidFill>
          <a:ln w="2934" cap="flat">
            <a:noFill/>
            <a:prstDash val="solid"/>
            <a:miter/>
          </a:ln>
        </p:spPr>
        <p:txBody>
          <a:bodyPr rtlCol="0" anchor="ctr"/>
          <a:lstStyle/>
          <a:p>
            <a:endParaRPr lang="zh-CN" altLang="en-US">
              <a:noFill/>
            </a:endParaRPr>
          </a:p>
        </p:txBody>
      </p:sp>
      <p:sp>
        <p:nvSpPr>
          <p:cNvPr id="34" name="任意多边形: 形状 33"/>
          <p:cNvSpPr/>
          <p:nvPr userDrawn="1">
            <p:custDataLst>
              <p:tags r:id="rId24"/>
            </p:custDataLst>
          </p:nvPr>
        </p:nvSpPr>
        <p:spPr>
          <a:xfrm>
            <a:off x="11510010" y="3018790"/>
            <a:ext cx="46355" cy="46355"/>
          </a:xfrm>
          <a:custGeom>
            <a:avLst/>
            <a:gdLst>
              <a:gd name="connsiteX0" fmla="*/ 0 w 55151"/>
              <a:gd name="connsiteY0" fmla="*/ 27283 h 55151"/>
              <a:gd name="connsiteX1" fmla="*/ 27576 w 55151"/>
              <a:gd name="connsiteY1" fmla="*/ 0 h 55151"/>
              <a:gd name="connsiteX2" fmla="*/ 55151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1" y="12028"/>
                  <a:pt x="55151" y="27283"/>
                </a:cubicBezTo>
                <a:cubicBezTo>
                  <a:pt x="55151" y="42831"/>
                  <a:pt x="42830" y="55152"/>
                  <a:pt x="27576" y="55152"/>
                </a:cubicBezTo>
                <a:cubicBezTo>
                  <a:pt x="12028" y="55152"/>
                  <a:pt x="0" y="42831"/>
                  <a:pt x="0" y="27283"/>
                </a:cubicBezTo>
                <a:close/>
              </a:path>
            </a:pathLst>
          </a:custGeom>
          <a:solidFill>
            <a:schemeClr val="accent6"/>
          </a:solidFill>
          <a:ln w="2934" cap="flat">
            <a:noFill/>
            <a:prstDash val="solid"/>
            <a:miter/>
          </a:ln>
        </p:spPr>
        <p:txBody>
          <a:bodyPr rtlCol="0" anchor="ctr"/>
          <a:lstStyle/>
          <a:p>
            <a:endParaRPr lang="zh-CN" altLang="en-US">
              <a:noFill/>
            </a:endParaRPr>
          </a:p>
        </p:txBody>
      </p:sp>
      <p:sp>
        <p:nvSpPr>
          <p:cNvPr id="35" name="任意多边形: 形状 34"/>
          <p:cNvSpPr/>
          <p:nvPr userDrawn="1">
            <p:custDataLst>
              <p:tags r:id="rId25"/>
            </p:custDataLst>
          </p:nvPr>
        </p:nvSpPr>
        <p:spPr>
          <a:xfrm>
            <a:off x="11648440" y="3018790"/>
            <a:ext cx="46355" cy="46355"/>
          </a:xfrm>
          <a:custGeom>
            <a:avLst/>
            <a:gdLst>
              <a:gd name="connsiteX0" fmla="*/ 0 w 55151"/>
              <a:gd name="connsiteY0" fmla="*/ 27283 h 55151"/>
              <a:gd name="connsiteX1" fmla="*/ 27576 w 55151"/>
              <a:gd name="connsiteY1" fmla="*/ 0 h 55151"/>
              <a:gd name="connsiteX2" fmla="*/ 55151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1" y="12028"/>
                  <a:pt x="55151" y="27283"/>
                </a:cubicBezTo>
                <a:cubicBezTo>
                  <a:pt x="55151" y="42831"/>
                  <a:pt x="42830" y="55152"/>
                  <a:pt x="27576" y="55152"/>
                </a:cubicBezTo>
                <a:cubicBezTo>
                  <a:pt x="12028" y="55152"/>
                  <a:pt x="0" y="42831"/>
                  <a:pt x="0" y="27283"/>
                </a:cubicBezTo>
                <a:close/>
              </a:path>
            </a:pathLst>
          </a:custGeom>
          <a:solidFill>
            <a:schemeClr val="accent6"/>
          </a:solidFill>
          <a:ln w="2934" cap="flat">
            <a:noFill/>
            <a:prstDash val="solid"/>
            <a:miter/>
          </a:ln>
        </p:spPr>
        <p:txBody>
          <a:bodyPr rtlCol="0" anchor="ctr"/>
          <a:lstStyle/>
          <a:p>
            <a:endParaRPr lang="zh-CN" altLang="en-US">
              <a:noFill/>
            </a:endParaRPr>
          </a:p>
        </p:txBody>
      </p:sp>
      <p:sp>
        <p:nvSpPr>
          <p:cNvPr id="36" name="任意多边形: 形状 35"/>
          <p:cNvSpPr/>
          <p:nvPr userDrawn="1">
            <p:custDataLst>
              <p:tags r:id="rId26"/>
            </p:custDataLst>
          </p:nvPr>
        </p:nvSpPr>
        <p:spPr>
          <a:xfrm>
            <a:off x="10956925" y="3285490"/>
            <a:ext cx="46355" cy="46355"/>
          </a:xfrm>
          <a:custGeom>
            <a:avLst/>
            <a:gdLst>
              <a:gd name="connsiteX0" fmla="*/ 0 w 55151"/>
              <a:gd name="connsiteY0" fmla="*/ 27283 h 55151"/>
              <a:gd name="connsiteX1" fmla="*/ 27576 w 55151"/>
              <a:gd name="connsiteY1" fmla="*/ 0 h 55151"/>
              <a:gd name="connsiteX2" fmla="*/ 55152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2" y="12028"/>
                  <a:pt x="55152" y="27283"/>
                </a:cubicBezTo>
                <a:cubicBezTo>
                  <a:pt x="55152" y="42830"/>
                  <a:pt x="42830" y="55152"/>
                  <a:pt x="27576" y="55152"/>
                </a:cubicBezTo>
                <a:cubicBezTo>
                  <a:pt x="12028" y="55152"/>
                  <a:pt x="0" y="42830"/>
                  <a:pt x="0" y="27283"/>
                </a:cubicBezTo>
                <a:close/>
              </a:path>
            </a:pathLst>
          </a:custGeom>
          <a:solidFill>
            <a:schemeClr val="accent6"/>
          </a:solidFill>
          <a:ln w="2934" cap="flat">
            <a:noFill/>
            <a:prstDash val="solid"/>
            <a:miter/>
          </a:ln>
        </p:spPr>
        <p:txBody>
          <a:bodyPr rtlCol="0" anchor="ctr"/>
          <a:lstStyle/>
          <a:p>
            <a:endParaRPr lang="zh-CN" altLang="en-US">
              <a:noFill/>
            </a:endParaRPr>
          </a:p>
        </p:txBody>
      </p:sp>
      <p:sp>
        <p:nvSpPr>
          <p:cNvPr id="37" name="任意多边形: 形状 36"/>
          <p:cNvSpPr/>
          <p:nvPr userDrawn="1">
            <p:custDataLst>
              <p:tags r:id="rId27"/>
            </p:custDataLst>
          </p:nvPr>
        </p:nvSpPr>
        <p:spPr>
          <a:xfrm>
            <a:off x="11095355" y="3285490"/>
            <a:ext cx="46355" cy="46355"/>
          </a:xfrm>
          <a:custGeom>
            <a:avLst/>
            <a:gdLst>
              <a:gd name="connsiteX0" fmla="*/ 0 w 55151"/>
              <a:gd name="connsiteY0" fmla="*/ 27283 h 55151"/>
              <a:gd name="connsiteX1" fmla="*/ 27576 w 55151"/>
              <a:gd name="connsiteY1" fmla="*/ 0 h 55151"/>
              <a:gd name="connsiteX2" fmla="*/ 55152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2" y="12028"/>
                  <a:pt x="55152" y="27283"/>
                </a:cubicBezTo>
                <a:cubicBezTo>
                  <a:pt x="55152" y="42830"/>
                  <a:pt x="42830" y="55152"/>
                  <a:pt x="27576" y="55152"/>
                </a:cubicBezTo>
                <a:cubicBezTo>
                  <a:pt x="12028" y="55152"/>
                  <a:pt x="0" y="42830"/>
                  <a:pt x="0" y="27283"/>
                </a:cubicBezTo>
                <a:close/>
              </a:path>
            </a:pathLst>
          </a:custGeom>
          <a:solidFill>
            <a:schemeClr val="accent6"/>
          </a:solidFill>
          <a:ln w="2934" cap="flat">
            <a:noFill/>
            <a:prstDash val="solid"/>
            <a:miter/>
          </a:ln>
        </p:spPr>
        <p:txBody>
          <a:bodyPr rtlCol="0" anchor="ctr"/>
          <a:lstStyle/>
          <a:p>
            <a:endParaRPr lang="zh-CN" altLang="en-US">
              <a:noFill/>
            </a:endParaRPr>
          </a:p>
        </p:txBody>
      </p:sp>
      <p:sp>
        <p:nvSpPr>
          <p:cNvPr id="38" name="任意多边形: 形状 37"/>
          <p:cNvSpPr/>
          <p:nvPr userDrawn="1">
            <p:custDataLst>
              <p:tags r:id="rId28"/>
            </p:custDataLst>
          </p:nvPr>
        </p:nvSpPr>
        <p:spPr>
          <a:xfrm>
            <a:off x="11233150" y="3285490"/>
            <a:ext cx="46355" cy="46355"/>
          </a:xfrm>
          <a:custGeom>
            <a:avLst/>
            <a:gdLst>
              <a:gd name="connsiteX0" fmla="*/ 0 w 55151"/>
              <a:gd name="connsiteY0" fmla="*/ 27283 h 55151"/>
              <a:gd name="connsiteX1" fmla="*/ 27576 w 55151"/>
              <a:gd name="connsiteY1" fmla="*/ 0 h 55151"/>
              <a:gd name="connsiteX2" fmla="*/ 55151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1" y="12028"/>
                  <a:pt x="55151" y="27283"/>
                </a:cubicBezTo>
                <a:cubicBezTo>
                  <a:pt x="55151" y="42830"/>
                  <a:pt x="42830" y="55152"/>
                  <a:pt x="27576" y="55152"/>
                </a:cubicBezTo>
                <a:cubicBezTo>
                  <a:pt x="12028" y="55152"/>
                  <a:pt x="0" y="42830"/>
                  <a:pt x="0" y="27283"/>
                </a:cubicBezTo>
                <a:close/>
              </a:path>
            </a:pathLst>
          </a:custGeom>
          <a:solidFill>
            <a:schemeClr val="accent6"/>
          </a:solidFill>
          <a:ln w="2934" cap="flat">
            <a:noFill/>
            <a:prstDash val="solid"/>
            <a:miter/>
          </a:ln>
        </p:spPr>
        <p:txBody>
          <a:bodyPr rtlCol="0" anchor="ctr"/>
          <a:lstStyle/>
          <a:p>
            <a:endParaRPr lang="zh-CN" altLang="en-US">
              <a:noFill/>
            </a:endParaRPr>
          </a:p>
        </p:txBody>
      </p:sp>
      <p:sp>
        <p:nvSpPr>
          <p:cNvPr id="39" name="任意多边形: 形状 38"/>
          <p:cNvSpPr/>
          <p:nvPr userDrawn="1">
            <p:custDataLst>
              <p:tags r:id="rId29"/>
            </p:custDataLst>
          </p:nvPr>
        </p:nvSpPr>
        <p:spPr>
          <a:xfrm>
            <a:off x="11371580" y="3285490"/>
            <a:ext cx="46355" cy="46355"/>
          </a:xfrm>
          <a:custGeom>
            <a:avLst/>
            <a:gdLst>
              <a:gd name="connsiteX0" fmla="*/ 0 w 55151"/>
              <a:gd name="connsiteY0" fmla="*/ 27283 h 55151"/>
              <a:gd name="connsiteX1" fmla="*/ 27576 w 55151"/>
              <a:gd name="connsiteY1" fmla="*/ 0 h 55151"/>
              <a:gd name="connsiteX2" fmla="*/ 55151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1" y="12028"/>
                  <a:pt x="55151" y="27283"/>
                </a:cubicBezTo>
                <a:cubicBezTo>
                  <a:pt x="55151" y="42830"/>
                  <a:pt x="42830" y="55152"/>
                  <a:pt x="27576" y="55152"/>
                </a:cubicBezTo>
                <a:cubicBezTo>
                  <a:pt x="12028" y="55152"/>
                  <a:pt x="0" y="42830"/>
                  <a:pt x="0" y="27283"/>
                </a:cubicBezTo>
                <a:close/>
              </a:path>
            </a:pathLst>
          </a:custGeom>
          <a:solidFill>
            <a:schemeClr val="accent6"/>
          </a:solidFill>
          <a:ln w="2934" cap="flat">
            <a:noFill/>
            <a:prstDash val="solid"/>
            <a:miter/>
          </a:ln>
        </p:spPr>
        <p:txBody>
          <a:bodyPr rtlCol="0" anchor="ctr"/>
          <a:lstStyle/>
          <a:p>
            <a:endParaRPr lang="zh-CN" altLang="en-US">
              <a:noFill/>
            </a:endParaRPr>
          </a:p>
        </p:txBody>
      </p:sp>
      <p:sp>
        <p:nvSpPr>
          <p:cNvPr id="40" name="任意多边形: 形状 39"/>
          <p:cNvSpPr/>
          <p:nvPr userDrawn="1">
            <p:custDataLst>
              <p:tags r:id="rId30"/>
            </p:custDataLst>
          </p:nvPr>
        </p:nvSpPr>
        <p:spPr>
          <a:xfrm>
            <a:off x="11510010" y="3285490"/>
            <a:ext cx="46355" cy="46355"/>
          </a:xfrm>
          <a:custGeom>
            <a:avLst/>
            <a:gdLst>
              <a:gd name="connsiteX0" fmla="*/ 0 w 55151"/>
              <a:gd name="connsiteY0" fmla="*/ 27283 h 55151"/>
              <a:gd name="connsiteX1" fmla="*/ 27576 w 55151"/>
              <a:gd name="connsiteY1" fmla="*/ 0 h 55151"/>
              <a:gd name="connsiteX2" fmla="*/ 55151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1" y="12028"/>
                  <a:pt x="55151" y="27283"/>
                </a:cubicBezTo>
                <a:cubicBezTo>
                  <a:pt x="55151" y="42830"/>
                  <a:pt x="42830" y="55152"/>
                  <a:pt x="27576" y="55152"/>
                </a:cubicBezTo>
                <a:cubicBezTo>
                  <a:pt x="12028" y="55152"/>
                  <a:pt x="0" y="42830"/>
                  <a:pt x="0" y="27283"/>
                </a:cubicBezTo>
                <a:close/>
              </a:path>
            </a:pathLst>
          </a:custGeom>
          <a:solidFill>
            <a:schemeClr val="accent6"/>
          </a:solidFill>
          <a:ln w="2934" cap="flat">
            <a:noFill/>
            <a:prstDash val="solid"/>
            <a:miter/>
          </a:ln>
        </p:spPr>
        <p:txBody>
          <a:bodyPr rtlCol="0" anchor="ctr"/>
          <a:lstStyle/>
          <a:p>
            <a:endParaRPr lang="zh-CN" altLang="en-US">
              <a:noFill/>
            </a:endParaRPr>
          </a:p>
        </p:txBody>
      </p:sp>
      <p:sp>
        <p:nvSpPr>
          <p:cNvPr id="41" name="任意多边形: 形状 40"/>
          <p:cNvSpPr/>
          <p:nvPr userDrawn="1">
            <p:custDataLst>
              <p:tags r:id="rId31"/>
            </p:custDataLst>
          </p:nvPr>
        </p:nvSpPr>
        <p:spPr>
          <a:xfrm>
            <a:off x="11648440" y="3285490"/>
            <a:ext cx="46355" cy="46355"/>
          </a:xfrm>
          <a:custGeom>
            <a:avLst/>
            <a:gdLst>
              <a:gd name="connsiteX0" fmla="*/ 0 w 55151"/>
              <a:gd name="connsiteY0" fmla="*/ 27283 h 55151"/>
              <a:gd name="connsiteX1" fmla="*/ 27576 w 55151"/>
              <a:gd name="connsiteY1" fmla="*/ 0 h 55151"/>
              <a:gd name="connsiteX2" fmla="*/ 55151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1" y="12028"/>
                  <a:pt x="55151" y="27283"/>
                </a:cubicBezTo>
                <a:cubicBezTo>
                  <a:pt x="55151" y="42830"/>
                  <a:pt x="42830" y="55152"/>
                  <a:pt x="27576" y="55152"/>
                </a:cubicBezTo>
                <a:cubicBezTo>
                  <a:pt x="12028" y="55152"/>
                  <a:pt x="0" y="42830"/>
                  <a:pt x="0" y="27283"/>
                </a:cubicBezTo>
                <a:close/>
              </a:path>
            </a:pathLst>
          </a:custGeom>
          <a:solidFill>
            <a:schemeClr val="accent6"/>
          </a:solidFill>
          <a:ln w="2934" cap="flat">
            <a:noFill/>
            <a:prstDash val="solid"/>
            <a:miter/>
          </a:ln>
        </p:spPr>
        <p:txBody>
          <a:bodyPr rtlCol="0" anchor="ctr"/>
          <a:lstStyle/>
          <a:p>
            <a:endParaRPr lang="zh-CN" altLang="en-US">
              <a:noFill/>
            </a:endParaRPr>
          </a:p>
        </p:txBody>
      </p:sp>
      <p:sp>
        <p:nvSpPr>
          <p:cNvPr id="42" name="任意多边形: 形状 41"/>
          <p:cNvSpPr/>
          <p:nvPr userDrawn="1">
            <p:custDataLst>
              <p:tags r:id="rId32"/>
            </p:custDataLst>
          </p:nvPr>
        </p:nvSpPr>
        <p:spPr>
          <a:xfrm>
            <a:off x="0" y="5696299"/>
            <a:ext cx="1161701" cy="1161701"/>
          </a:xfrm>
          <a:custGeom>
            <a:avLst/>
            <a:gdLst>
              <a:gd name="connsiteX0" fmla="*/ 1161702 w 1161701"/>
              <a:gd name="connsiteY0" fmla="*/ 1161702 h 1161701"/>
              <a:gd name="connsiteX1" fmla="*/ 0 w 1161701"/>
              <a:gd name="connsiteY1" fmla="*/ 1161702 h 1161701"/>
              <a:gd name="connsiteX2" fmla="*/ 0 w 1161701"/>
              <a:gd name="connsiteY2" fmla="*/ 0 h 1161701"/>
              <a:gd name="connsiteX3" fmla="*/ 0 w 1161701"/>
              <a:gd name="connsiteY3" fmla="*/ 0 h 1161701"/>
              <a:gd name="connsiteX4" fmla="*/ 1161702 w 1161701"/>
              <a:gd name="connsiteY4" fmla="*/ 1161702 h 1161701"/>
              <a:gd name="connsiteX5" fmla="*/ 1161702 w 1161701"/>
              <a:gd name="connsiteY5" fmla="*/ 1161702 h 1161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701" h="1161701">
                <a:moveTo>
                  <a:pt x="1161702" y="1161702"/>
                </a:moveTo>
                <a:lnTo>
                  <a:pt x="0" y="1161702"/>
                </a:lnTo>
                <a:lnTo>
                  <a:pt x="0" y="0"/>
                </a:lnTo>
                <a:lnTo>
                  <a:pt x="0" y="0"/>
                </a:lnTo>
                <a:cubicBezTo>
                  <a:pt x="641576" y="0"/>
                  <a:pt x="1161702" y="520126"/>
                  <a:pt x="1161702" y="1161702"/>
                </a:cubicBezTo>
                <a:lnTo>
                  <a:pt x="1161702" y="1161702"/>
                </a:lnTo>
                <a:close/>
              </a:path>
            </a:pathLst>
          </a:custGeom>
          <a:solidFill>
            <a:schemeClr val="accent6"/>
          </a:solidFill>
          <a:ln w="2934" cap="flat">
            <a:noFill/>
            <a:prstDash val="solid"/>
            <a:miter/>
          </a:ln>
        </p:spPr>
        <p:txBody>
          <a:bodyPr rtlCol="0" anchor="ctr"/>
          <a:lstStyle/>
          <a:p>
            <a:endParaRPr lang="zh-CN" altLang="en-US"/>
          </a:p>
        </p:txBody>
      </p:sp>
      <p:cxnSp>
        <p:nvCxnSpPr>
          <p:cNvPr id="44" name="直接连接符 43"/>
          <p:cNvCxnSpPr/>
          <p:nvPr userDrawn="1">
            <p:custDataLst>
              <p:tags r:id="rId33"/>
            </p:custDataLst>
          </p:nvPr>
        </p:nvCxnSpPr>
        <p:spPr>
          <a:xfrm>
            <a:off x="2184400" y="838200"/>
            <a:ext cx="9563100" cy="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5" name="任意多边形: 形状 44"/>
          <p:cNvSpPr/>
          <p:nvPr userDrawn="1">
            <p:custDataLst>
              <p:tags r:id="rId34"/>
            </p:custDataLst>
          </p:nvPr>
        </p:nvSpPr>
        <p:spPr>
          <a:xfrm>
            <a:off x="9381500" y="6334625"/>
            <a:ext cx="1046117" cy="523058"/>
          </a:xfrm>
          <a:custGeom>
            <a:avLst/>
            <a:gdLst>
              <a:gd name="connsiteX0" fmla="*/ 523059 w 1046117"/>
              <a:gd name="connsiteY0" fmla="*/ 0 h 523058"/>
              <a:gd name="connsiteX1" fmla="*/ 0 w 1046117"/>
              <a:gd name="connsiteY1" fmla="*/ 523059 h 523058"/>
              <a:gd name="connsiteX2" fmla="*/ 1046118 w 1046117"/>
              <a:gd name="connsiteY2" fmla="*/ 523059 h 523058"/>
              <a:gd name="connsiteX3" fmla="*/ 523059 w 1046117"/>
              <a:gd name="connsiteY3" fmla="*/ 0 h 523058"/>
            </a:gdLst>
            <a:ahLst/>
            <a:cxnLst>
              <a:cxn ang="0">
                <a:pos x="connsiteX0" y="connsiteY0"/>
              </a:cxn>
              <a:cxn ang="0">
                <a:pos x="connsiteX1" y="connsiteY1"/>
              </a:cxn>
              <a:cxn ang="0">
                <a:pos x="connsiteX2" y="connsiteY2"/>
              </a:cxn>
              <a:cxn ang="0">
                <a:pos x="connsiteX3" y="connsiteY3"/>
              </a:cxn>
            </a:cxnLst>
            <a:rect l="l" t="t" r="r" b="b"/>
            <a:pathLst>
              <a:path w="1046117" h="523058">
                <a:moveTo>
                  <a:pt x="523059" y="0"/>
                </a:moveTo>
                <a:cubicBezTo>
                  <a:pt x="234100" y="0"/>
                  <a:pt x="0" y="234100"/>
                  <a:pt x="0" y="523059"/>
                </a:cubicBezTo>
                <a:lnTo>
                  <a:pt x="1046118" y="523059"/>
                </a:lnTo>
                <a:cubicBezTo>
                  <a:pt x="1045825" y="234100"/>
                  <a:pt x="811724" y="0"/>
                  <a:pt x="523059" y="0"/>
                </a:cubicBezTo>
                <a:close/>
              </a:path>
            </a:pathLst>
          </a:custGeom>
          <a:solidFill>
            <a:schemeClr val="accent1"/>
          </a:solidFill>
          <a:ln w="2934" cap="flat">
            <a:noFill/>
            <a:prstDash val="solid"/>
            <a:miter/>
          </a:ln>
        </p:spPr>
        <p:txBody>
          <a:bodyPr rtlCol="0" anchor="ctr"/>
          <a:lstStyle/>
          <a:p>
            <a:endParaRPr lang="zh-CN" altLang="en-US"/>
          </a:p>
        </p:txBody>
      </p:sp>
      <p:sp>
        <p:nvSpPr>
          <p:cNvPr id="2" name="标题 1"/>
          <p:cNvSpPr>
            <a:spLocks noGrp="1"/>
          </p:cNvSpPr>
          <p:nvPr>
            <p:ph type="ctrTitle"/>
            <p:custDataLst>
              <p:tags r:id="rId35"/>
            </p:custDataLst>
          </p:nvPr>
        </p:nvSpPr>
        <p:spPr>
          <a:xfrm>
            <a:off x="2225242" y="1100447"/>
            <a:ext cx="7756958" cy="2763596"/>
          </a:xfrm>
        </p:spPr>
        <p:txBody>
          <a:bodyPr anchor="b">
            <a:normAutofit/>
          </a:bodyPr>
          <a:lstStyle>
            <a:lvl1pPr algn="ctr">
              <a:lnSpc>
                <a:spcPct val="100000"/>
              </a:lnSpc>
              <a:defRPr sz="6600"/>
            </a:lvl1pPr>
          </a:lstStyle>
          <a:p>
            <a:r>
              <a:rPr lang="zh-CN" altLang="en-US" dirty="0"/>
              <a:t>单击此处编辑母版标题样式</a:t>
            </a:r>
            <a:endParaRPr lang="zh-CN" altLang="en-US" dirty="0"/>
          </a:p>
        </p:txBody>
      </p:sp>
      <p:sp>
        <p:nvSpPr>
          <p:cNvPr id="4" name="日期占位符 3"/>
          <p:cNvSpPr>
            <a:spLocks noGrp="1"/>
          </p:cNvSpPr>
          <p:nvPr>
            <p:ph type="dt" sz="half" idx="10"/>
            <p:custDataLst>
              <p:tags r:id="rId36"/>
            </p:custDataLst>
          </p:nvPr>
        </p:nvSpPr>
        <p:spPr/>
        <p:txBody>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37"/>
            </p:custDataLst>
          </p:nvPr>
        </p:nvSpPr>
        <p:spPr/>
        <p:txBody>
          <a:bodyPr/>
          <a:lstStyle/>
          <a:p>
            <a:endParaRPr lang="zh-CN" altLang="en-US"/>
          </a:p>
        </p:txBody>
      </p:sp>
      <p:sp>
        <p:nvSpPr>
          <p:cNvPr id="6" name="灯片编号占位符 5"/>
          <p:cNvSpPr>
            <a:spLocks noGrp="1"/>
          </p:cNvSpPr>
          <p:nvPr>
            <p:ph type="sldNum" sz="quarter" idx="12"/>
            <p:custDataLst>
              <p:tags r:id="rId38"/>
            </p:custDataLst>
          </p:nvPr>
        </p:nvSpPr>
        <p:spPr>
          <a:xfrm>
            <a:off x="8610600" y="6356350"/>
            <a:ext cx="2743200" cy="365125"/>
          </a:xfrm>
        </p:spPr>
        <p:txBody>
          <a:bodyPr/>
          <a:lstStyle/>
          <a:p>
            <a:fld id="{BE5F26B5-172A-4DC2-B0B7-181CFC56B87C}" type="slidenum">
              <a:rPr lang="zh-CN" altLang="en-US" smtClean="0"/>
            </a:fld>
            <a:endParaRPr lang="zh-CN" altLang="en-US"/>
          </a:p>
        </p:txBody>
      </p:sp>
      <p:sp>
        <p:nvSpPr>
          <p:cNvPr id="46" name="文本占位符 9"/>
          <p:cNvSpPr>
            <a:spLocks noGrp="1"/>
          </p:cNvSpPr>
          <p:nvPr>
            <p:ph type="body" sz="quarter" idx="18" hasCustomPrompt="1"/>
            <p:custDataLst>
              <p:tags r:id="rId39"/>
            </p:custDataLst>
          </p:nvPr>
        </p:nvSpPr>
        <p:spPr>
          <a:xfrm>
            <a:off x="486770" y="330199"/>
            <a:ext cx="1546568" cy="504000"/>
          </a:xfrm>
        </p:spPr>
        <p:txBody>
          <a:bodyPr anchor="ctr">
            <a:normAutofit/>
          </a:bodyPr>
          <a:lstStyle>
            <a:lvl1pPr marL="0" indent="0">
              <a:lnSpc>
                <a:spcPct val="100000"/>
              </a:lnSpc>
              <a:buNone/>
              <a:defRPr sz="1200" b="1"/>
            </a:lvl1pPr>
          </a:lstStyle>
          <a:p>
            <a:pPr lvl="0"/>
            <a:r>
              <a:rPr lang="zh-CN" altLang="en-US" dirty="0"/>
              <a:t>公司名占位符</a:t>
            </a:r>
            <a:endParaRPr lang="zh-CN" altLang="en-US" dirty="0"/>
          </a:p>
        </p:txBody>
      </p:sp>
      <p:sp>
        <p:nvSpPr>
          <p:cNvPr id="47" name="文本占位符 23"/>
          <p:cNvSpPr>
            <a:spLocks noGrp="1"/>
          </p:cNvSpPr>
          <p:nvPr>
            <p:ph type="body" sz="quarter" idx="19" hasCustomPrompt="1"/>
            <p:custDataLst>
              <p:tags r:id="rId40"/>
            </p:custDataLst>
          </p:nvPr>
        </p:nvSpPr>
        <p:spPr>
          <a:xfrm>
            <a:off x="4781641" y="4205797"/>
            <a:ext cx="2743200" cy="504000"/>
          </a:xfrm>
          <a:prstGeom prst="roundRect">
            <a:avLst>
              <a:gd name="adj" fmla="val 50000"/>
            </a:avLst>
          </a:prstGeom>
          <a:noFill/>
          <a:ln>
            <a:solidFill>
              <a:schemeClr val="accent1"/>
            </a:solidFill>
          </a:ln>
        </p:spPr>
        <p:txBody>
          <a:bodyPr anchor="ctr">
            <a:normAutofit/>
          </a:bodyPr>
          <a:lstStyle>
            <a:lvl1pPr marL="0" indent="0" algn="ctr">
              <a:lnSpc>
                <a:spcPct val="100000"/>
              </a:lnSpc>
              <a:buNone/>
              <a:defRPr sz="1400" b="1">
                <a:solidFill>
                  <a:schemeClr val="accent6"/>
                </a:solidFill>
              </a:defRPr>
            </a:lvl1pPr>
          </a:lstStyle>
          <a:p>
            <a:pPr lvl="0"/>
            <a:r>
              <a:rPr lang="zh-CN" altLang="en-US" dirty="0"/>
              <a:t>署名占位符</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3" Type="http://schemas.openxmlformats.org/officeDocument/2006/relationships/theme" Target="../theme/theme2.xml"/><Relationship Id="rId22" Type="http://schemas.openxmlformats.org/officeDocument/2006/relationships/tags" Target="../tags/tag212.xml"/><Relationship Id="rId21" Type="http://schemas.openxmlformats.org/officeDocument/2006/relationships/tags" Target="../tags/tag211.xml"/><Relationship Id="rId20" Type="http://schemas.openxmlformats.org/officeDocument/2006/relationships/tags" Target="../tags/tag210.xml"/><Relationship Id="rId2" Type="http://schemas.openxmlformats.org/officeDocument/2006/relationships/slideLayout" Target="../slideLayouts/slideLayout13.xml"/><Relationship Id="rId19" Type="http://schemas.openxmlformats.org/officeDocument/2006/relationships/tags" Target="../tags/tag209.xml"/><Relationship Id="rId18" Type="http://schemas.openxmlformats.org/officeDocument/2006/relationships/tags" Target="../tags/tag208.xml"/><Relationship Id="rId17" Type="http://schemas.openxmlformats.org/officeDocument/2006/relationships/tags" Target="../tags/tag207.xml"/><Relationship Id="rId16" Type="http://schemas.openxmlformats.org/officeDocument/2006/relationships/tags" Target="../tags/tag206.xml"/><Relationship Id="rId15" Type="http://schemas.openxmlformats.org/officeDocument/2006/relationships/tags" Target="../tags/tag205.xml"/><Relationship Id="rId14" Type="http://schemas.openxmlformats.org/officeDocument/2006/relationships/tags" Target="../tags/tag204.xml"/><Relationship Id="rId13" Type="http://schemas.openxmlformats.org/officeDocument/2006/relationships/tags" Target="../tags/tag203.xml"/><Relationship Id="rId12" Type="http://schemas.openxmlformats.org/officeDocument/2006/relationships/tags" Target="../tags/tag20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95960" y="360000"/>
            <a:ext cx="10800000" cy="720000"/>
          </a:xfrm>
          <a:prstGeom prst="rect">
            <a:avLst/>
          </a:prstGeom>
        </p:spPr>
        <p:txBody>
          <a:bodyPr vert="horz" lIns="0" tIns="0" rIns="0" bIns="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95960" y="1301749"/>
            <a:ext cx="10800000" cy="4873625"/>
          </a:xfrm>
          <a:prstGeom prst="rect">
            <a:avLst/>
          </a:prstGeom>
        </p:spPr>
        <p:txBody>
          <a:bodyPr vert="horz" lIns="0" tIns="0" rIns="0" bIns="0" rtlCol="0">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日期占位符 3"/>
          <p:cNvSpPr>
            <a:spLocks noGrp="1"/>
          </p:cNvSpPr>
          <p:nvPr>
            <p:ph type="dt" sz="half" idx="2"/>
            <p:custDataLst>
              <p:tags r:id="rId14"/>
            </p:custDataLst>
          </p:nvPr>
        </p:nvSpPr>
        <p:spPr>
          <a:xfrm>
            <a:off x="69596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custDataLst>
              <p:tags r:id="rId16"/>
            </p:custDataLst>
          </p:nvPr>
        </p:nvSpPr>
        <p:spPr>
          <a:xfrm>
            <a:off x="8753983"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cxnSp>
        <p:nvCxnSpPr>
          <p:cNvPr id="14" name="直接连接符 13"/>
          <p:cNvCxnSpPr/>
          <p:nvPr userDrawn="1">
            <p:custDataLst>
              <p:tags r:id="rId17"/>
            </p:custDataLst>
          </p:nvPr>
        </p:nvCxnSpPr>
        <p:spPr>
          <a:xfrm>
            <a:off x="818147" y="1123697"/>
            <a:ext cx="10535653" cy="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5" name="任意多边形: 形状 14"/>
          <p:cNvSpPr/>
          <p:nvPr userDrawn="1">
            <p:custDataLst>
              <p:tags r:id="rId18"/>
            </p:custDataLst>
          </p:nvPr>
        </p:nvSpPr>
        <p:spPr>
          <a:xfrm>
            <a:off x="206549" y="6189274"/>
            <a:ext cx="1343208" cy="668726"/>
          </a:xfrm>
          <a:custGeom>
            <a:avLst/>
            <a:gdLst>
              <a:gd name="connsiteX0" fmla="*/ 671605 w 1343208"/>
              <a:gd name="connsiteY0" fmla="*/ 0 h 668726"/>
              <a:gd name="connsiteX1" fmla="*/ 1330834 w 1343208"/>
              <a:gd name="connsiteY1" fmla="*/ 544421 h 668726"/>
              <a:gd name="connsiteX2" fmla="*/ 1343208 w 1343208"/>
              <a:gd name="connsiteY2" fmla="*/ 668726 h 668726"/>
              <a:gd name="connsiteX3" fmla="*/ 0 w 1343208"/>
              <a:gd name="connsiteY3" fmla="*/ 668726 h 668726"/>
              <a:gd name="connsiteX4" fmla="*/ 12374 w 1343208"/>
              <a:gd name="connsiteY4" fmla="*/ 544421 h 668726"/>
              <a:gd name="connsiteX5" fmla="*/ 671605 w 1343208"/>
              <a:gd name="connsiteY5" fmla="*/ 0 h 668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208" h="668726">
                <a:moveTo>
                  <a:pt x="671605" y="0"/>
                </a:moveTo>
                <a:cubicBezTo>
                  <a:pt x="996697" y="0"/>
                  <a:pt x="1268070" y="233786"/>
                  <a:pt x="1330834" y="544421"/>
                </a:cubicBezTo>
                <a:lnTo>
                  <a:pt x="1343208" y="668726"/>
                </a:lnTo>
                <a:lnTo>
                  <a:pt x="0" y="668726"/>
                </a:lnTo>
                <a:lnTo>
                  <a:pt x="12374" y="544421"/>
                </a:lnTo>
                <a:cubicBezTo>
                  <a:pt x="75138" y="233786"/>
                  <a:pt x="346512" y="0"/>
                  <a:pt x="671605" y="0"/>
                </a:cubicBezTo>
                <a:close/>
              </a:path>
            </a:pathLst>
          </a:custGeom>
          <a:solidFill>
            <a:schemeClr val="accent1"/>
          </a:solidFill>
          <a:ln w="2934" cap="flat">
            <a:noFill/>
            <a:prstDash val="solid"/>
            <a:miter/>
          </a:ln>
        </p:spPr>
        <p:txBody>
          <a:bodyPr wrap="square" rtlCol="0" anchor="ctr">
            <a:noAutofit/>
          </a:bodyPr>
          <a:lstStyle/>
          <a:p>
            <a:endParaRPr lang="zh-CN" altLang="en-US"/>
          </a:p>
        </p:txBody>
      </p:sp>
      <p:cxnSp>
        <p:nvCxnSpPr>
          <p:cNvPr id="16" name="直接连接符 15"/>
          <p:cNvCxnSpPr/>
          <p:nvPr userDrawn="1">
            <p:custDataLst>
              <p:tags r:id="rId19"/>
            </p:custDataLst>
          </p:nvPr>
        </p:nvCxnSpPr>
        <p:spPr>
          <a:xfrm>
            <a:off x="1549757" y="6527800"/>
            <a:ext cx="9013825" cy="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7" name="任意多边形: 形状 16"/>
          <p:cNvSpPr/>
          <p:nvPr userDrawn="1">
            <p:custDataLst>
              <p:tags r:id="rId20"/>
            </p:custDataLst>
          </p:nvPr>
        </p:nvSpPr>
        <p:spPr>
          <a:xfrm>
            <a:off x="1075734" y="6425363"/>
            <a:ext cx="862759" cy="431379"/>
          </a:xfrm>
          <a:custGeom>
            <a:avLst/>
            <a:gdLst>
              <a:gd name="connsiteX0" fmla="*/ 523059 w 1046117"/>
              <a:gd name="connsiteY0" fmla="*/ 0 h 523058"/>
              <a:gd name="connsiteX1" fmla="*/ 0 w 1046117"/>
              <a:gd name="connsiteY1" fmla="*/ 523059 h 523058"/>
              <a:gd name="connsiteX2" fmla="*/ 1046118 w 1046117"/>
              <a:gd name="connsiteY2" fmla="*/ 523059 h 523058"/>
              <a:gd name="connsiteX3" fmla="*/ 523059 w 1046117"/>
              <a:gd name="connsiteY3" fmla="*/ 0 h 523058"/>
            </a:gdLst>
            <a:ahLst/>
            <a:cxnLst>
              <a:cxn ang="0">
                <a:pos x="connsiteX0" y="connsiteY0"/>
              </a:cxn>
              <a:cxn ang="0">
                <a:pos x="connsiteX1" y="connsiteY1"/>
              </a:cxn>
              <a:cxn ang="0">
                <a:pos x="connsiteX2" y="connsiteY2"/>
              </a:cxn>
              <a:cxn ang="0">
                <a:pos x="connsiteX3" y="connsiteY3"/>
              </a:cxn>
            </a:cxnLst>
            <a:rect l="l" t="t" r="r" b="b"/>
            <a:pathLst>
              <a:path w="1046117" h="523058">
                <a:moveTo>
                  <a:pt x="523059" y="0"/>
                </a:moveTo>
                <a:cubicBezTo>
                  <a:pt x="234100" y="0"/>
                  <a:pt x="0" y="234100"/>
                  <a:pt x="0" y="523059"/>
                </a:cubicBezTo>
                <a:lnTo>
                  <a:pt x="1046118" y="523059"/>
                </a:lnTo>
                <a:cubicBezTo>
                  <a:pt x="1045825" y="234100"/>
                  <a:pt x="811724" y="0"/>
                  <a:pt x="523059" y="0"/>
                </a:cubicBezTo>
                <a:close/>
              </a:path>
            </a:pathLst>
          </a:custGeom>
          <a:solidFill>
            <a:schemeClr val="accent2"/>
          </a:solidFill>
          <a:ln w="2934" cap="flat">
            <a:noFill/>
            <a:prstDash val="solid"/>
            <a:miter/>
          </a:ln>
        </p:spPr>
        <p:txBody>
          <a:bodyPr rtlCol="0" anchor="ctr"/>
          <a:lstStyle/>
          <a:p>
            <a:endParaRPr lang="zh-CN" altLang="en-US" dirty="0"/>
          </a:p>
        </p:txBody>
      </p:sp>
      <p:sp>
        <p:nvSpPr>
          <p:cNvPr id="18" name="任意多边形: 形状 17"/>
          <p:cNvSpPr/>
          <p:nvPr userDrawn="1">
            <p:custDataLst>
              <p:tags r:id="rId21"/>
            </p:custDataLst>
          </p:nvPr>
        </p:nvSpPr>
        <p:spPr>
          <a:xfrm>
            <a:off x="10319385" y="6057265"/>
            <a:ext cx="1872615" cy="800735"/>
          </a:xfrm>
          <a:custGeom>
            <a:avLst/>
            <a:gdLst>
              <a:gd name="connsiteX0" fmla="*/ 1267016 w 2192479"/>
              <a:gd name="connsiteY0" fmla="*/ 0 h 936989"/>
              <a:gd name="connsiteX1" fmla="*/ 2109873 w 2192479"/>
              <a:gd name="connsiteY1" fmla="*/ 302578 h 936989"/>
              <a:gd name="connsiteX2" fmla="*/ 2192479 w 2192479"/>
              <a:gd name="connsiteY2" fmla="*/ 377655 h 936989"/>
              <a:gd name="connsiteX3" fmla="*/ 2192479 w 2192479"/>
              <a:gd name="connsiteY3" fmla="*/ 936989 h 936989"/>
              <a:gd name="connsiteX4" fmla="*/ 0 w 2192479"/>
              <a:gd name="connsiteY4" fmla="*/ 936989 h 936989"/>
              <a:gd name="connsiteX5" fmla="*/ 1534 w 2192479"/>
              <a:gd name="connsiteY5" fmla="*/ 931024 h 936989"/>
              <a:gd name="connsiteX6" fmla="*/ 1267016 w 2192479"/>
              <a:gd name="connsiteY6" fmla="*/ 0 h 936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92479" h="936989">
                <a:moveTo>
                  <a:pt x="1267016" y="0"/>
                </a:moveTo>
                <a:cubicBezTo>
                  <a:pt x="1587182" y="0"/>
                  <a:pt x="1880826" y="113551"/>
                  <a:pt x="2109873" y="302578"/>
                </a:cubicBezTo>
                <a:lnTo>
                  <a:pt x="2192479" y="377655"/>
                </a:lnTo>
                <a:lnTo>
                  <a:pt x="2192479" y="936989"/>
                </a:lnTo>
                <a:lnTo>
                  <a:pt x="0" y="936989"/>
                </a:lnTo>
                <a:lnTo>
                  <a:pt x="1534" y="931024"/>
                </a:lnTo>
                <a:cubicBezTo>
                  <a:pt x="169301" y="391636"/>
                  <a:pt x="672423" y="0"/>
                  <a:pt x="1267016" y="0"/>
                </a:cubicBezTo>
                <a:close/>
              </a:path>
            </a:pathLst>
          </a:custGeom>
          <a:solidFill>
            <a:schemeClr val="accent6"/>
          </a:soli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KSO_TEMPLATE" hidden="1"/>
          <p:cNvSpPr/>
          <p:nvPr userDrawn="1">
            <p:custDataLst>
              <p:tags r:id="rId22"/>
            </p:custDataLst>
          </p:nvPr>
        </p:nvSpPr>
        <p:spPr>
          <a:xfrm>
            <a:off x="0" y="0"/>
            <a:ext cx="0" cy="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18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slideLayout" Target="../slideLayouts/slideLayout12.xml"/><Relationship Id="rId6" Type="http://schemas.openxmlformats.org/officeDocument/2006/relationships/tags" Target="../tags/tag218.xml"/><Relationship Id="rId5" Type="http://schemas.openxmlformats.org/officeDocument/2006/relationships/tags" Target="../tags/tag217.xml"/><Relationship Id="rId4" Type="http://schemas.openxmlformats.org/officeDocument/2006/relationships/tags" Target="../tags/tag216.xml"/><Relationship Id="rId3" Type="http://schemas.openxmlformats.org/officeDocument/2006/relationships/tags" Target="../tags/tag215.xml"/><Relationship Id="rId2" Type="http://schemas.openxmlformats.org/officeDocument/2006/relationships/tags" Target="../tags/tag214.xml"/><Relationship Id="rId1" Type="http://schemas.openxmlformats.org/officeDocument/2006/relationships/tags" Target="../tags/tag213.xml"/></Relationships>
</file>

<file path=ppt/slides/_rels/slide2.xml.rels><?xml version="1.0" encoding="UTF-8" standalone="yes"?>
<Relationships xmlns="http://schemas.openxmlformats.org/package/2006/relationships"><Relationship Id="rId9" Type="http://schemas.openxmlformats.org/officeDocument/2006/relationships/tags" Target="../tags/tag227.xml"/><Relationship Id="rId8" Type="http://schemas.openxmlformats.org/officeDocument/2006/relationships/tags" Target="../tags/tag226.xml"/><Relationship Id="rId7" Type="http://schemas.openxmlformats.org/officeDocument/2006/relationships/tags" Target="../tags/tag225.xml"/><Relationship Id="rId6" Type="http://schemas.openxmlformats.org/officeDocument/2006/relationships/tags" Target="../tags/tag224.xml"/><Relationship Id="rId5" Type="http://schemas.openxmlformats.org/officeDocument/2006/relationships/tags" Target="../tags/tag223.xml"/><Relationship Id="rId4" Type="http://schemas.openxmlformats.org/officeDocument/2006/relationships/tags" Target="../tags/tag222.xml"/><Relationship Id="rId3" Type="http://schemas.openxmlformats.org/officeDocument/2006/relationships/tags" Target="../tags/tag221.xml"/><Relationship Id="rId2" Type="http://schemas.openxmlformats.org/officeDocument/2006/relationships/tags" Target="../tags/tag220.xml"/><Relationship Id="rId15" Type="http://schemas.openxmlformats.org/officeDocument/2006/relationships/slideLayout" Target="../slideLayouts/slideLayout14.xml"/><Relationship Id="rId14" Type="http://schemas.openxmlformats.org/officeDocument/2006/relationships/tags" Target="../tags/tag232.xml"/><Relationship Id="rId13" Type="http://schemas.openxmlformats.org/officeDocument/2006/relationships/tags" Target="../tags/tag231.xml"/><Relationship Id="rId12" Type="http://schemas.openxmlformats.org/officeDocument/2006/relationships/tags" Target="../tags/tag230.xml"/><Relationship Id="rId11" Type="http://schemas.openxmlformats.org/officeDocument/2006/relationships/tags" Target="../tags/tag229.xml"/><Relationship Id="rId10" Type="http://schemas.openxmlformats.org/officeDocument/2006/relationships/tags" Target="../tags/tag228.xml"/><Relationship Id="rId1" Type="http://schemas.openxmlformats.org/officeDocument/2006/relationships/tags" Target="../tags/tag219.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tags" Target="../tags/tag235.xml"/><Relationship Id="rId2" Type="http://schemas.openxmlformats.org/officeDocument/2006/relationships/tags" Target="../tags/tag234.xml"/><Relationship Id="rId1" Type="http://schemas.openxmlformats.org/officeDocument/2006/relationships/tags" Target="../tags/tag233.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238.xml"/><Relationship Id="rId2" Type="http://schemas.openxmlformats.org/officeDocument/2006/relationships/tags" Target="../tags/tag237.xml"/><Relationship Id="rId1" Type="http://schemas.openxmlformats.org/officeDocument/2006/relationships/tags" Target="../tags/tag236.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241.xml"/><Relationship Id="rId3" Type="http://schemas.openxmlformats.org/officeDocument/2006/relationships/image" Target="../media/image5.png"/><Relationship Id="rId2" Type="http://schemas.openxmlformats.org/officeDocument/2006/relationships/tags" Target="../tags/tag240.xml"/><Relationship Id="rId1" Type="http://schemas.openxmlformats.org/officeDocument/2006/relationships/tags" Target="../tags/tag239.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244.xml"/><Relationship Id="rId2" Type="http://schemas.openxmlformats.org/officeDocument/2006/relationships/tags" Target="../tags/tag243.xml"/><Relationship Id="rId1" Type="http://schemas.openxmlformats.org/officeDocument/2006/relationships/tags" Target="../tags/tag242.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247.xml"/><Relationship Id="rId3" Type="http://schemas.openxmlformats.org/officeDocument/2006/relationships/image" Target="../media/image6.png"/><Relationship Id="rId2" Type="http://schemas.openxmlformats.org/officeDocument/2006/relationships/tags" Target="../tags/tag246.xml"/><Relationship Id="rId1" Type="http://schemas.openxmlformats.org/officeDocument/2006/relationships/tags" Target="../tags/tag245.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250.xml"/><Relationship Id="rId2" Type="http://schemas.openxmlformats.org/officeDocument/2006/relationships/tags" Target="../tags/tag249.xml"/><Relationship Id="rId1" Type="http://schemas.openxmlformats.org/officeDocument/2006/relationships/tags" Target="../tags/tag248.xml"/></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13.xml"/><Relationship Id="rId5" Type="http://schemas.openxmlformats.org/officeDocument/2006/relationships/tags" Target="../tags/tag253.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tags" Target="../tags/tag252.xml"/><Relationship Id="rId1" Type="http://schemas.openxmlformats.org/officeDocument/2006/relationships/tags" Target="../tags/tag251.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256.xml"/><Relationship Id="rId2" Type="http://schemas.openxmlformats.org/officeDocument/2006/relationships/tags" Target="../tags/tag255.xml"/><Relationship Id="rId1" Type="http://schemas.openxmlformats.org/officeDocument/2006/relationships/tags" Target="../tags/tag254.xml"/></Relationships>
</file>

<file path=ppt/slides/_rels/slide11.xml.rels><?xml version="1.0" encoding="UTF-8" standalone="yes"?>
<Relationships xmlns="http://schemas.openxmlformats.org/package/2006/relationships"><Relationship Id="rId6" Type="http://schemas.openxmlformats.org/officeDocument/2006/relationships/slideLayout" Target="../slideLayouts/slideLayout13.xml"/><Relationship Id="rId5" Type="http://schemas.openxmlformats.org/officeDocument/2006/relationships/tags" Target="../tags/tag259.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tags" Target="../tags/tag258.xml"/><Relationship Id="rId1" Type="http://schemas.openxmlformats.org/officeDocument/2006/relationships/tags" Target="../tags/tag257.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262.xml"/><Relationship Id="rId2" Type="http://schemas.openxmlformats.org/officeDocument/2006/relationships/tags" Target="../tags/tag261.xml"/><Relationship Id="rId1" Type="http://schemas.openxmlformats.org/officeDocument/2006/relationships/tags" Target="../tags/tag260.xml"/></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13.xml"/><Relationship Id="rId5" Type="http://schemas.openxmlformats.org/officeDocument/2006/relationships/tags" Target="../tags/tag265.xml"/><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tags" Target="../tags/tag264.xml"/><Relationship Id="rId1" Type="http://schemas.openxmlformats.org/officeDocument/2006/relationships/tags" Target="../tags/tag263.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tags" Target="../tags/tag268.xml"/><Relationship Id="rId2" Type="http://schemas.openxmlformats.org/officeDocument/2006/relationships/tags" Target="../tags/tag267.xml"/><Relationship Id="rId1" Type="http://schemas.openxmlformats.org/officeDocument/2006/relationships/tags" Target="../tags/tag266.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tags" Target="../tags/tag271.xml"/><Relationship Id="rId2" Type="http://schemas.openxmlformats.org/officeDocument/2006/relationships/tags" Target="../tags/tag270.xml"/><Relationship Id="rId1" Type="http://schemas.openxmlformats.org/officeDocument/2006/relationships/tags" Target="../tags/tag269.xml"/></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275.xml"/><Relationship Id="rId3" Type="http://schemas.openxmlformats.org/officeDocument/2006/relationships/tags" Target="../tags/tag274.xml"/><Relationship Id="rId2" Type="http://schemas.openxmlformats.org/officeDocument/2006/relationships/tags" Target="../tags/tag273.xml"/><Relationship Id="rId1" Type="http://schemas.openxmlformats.org/officeDocument/2006/relationships/tags" Target="../tags/tag272.xml"/></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278.xml"/><Relationship Id="rId3" Type="http://schemas.openxmlformats.org/officeDocument/2006/relationships/image" Target="../media/image13.png"/><Relationship Id="rId2" Type="http://schemas.openxmlformats.org/officeDocument/2006/relationships/tags" Target="../tags/tag277.xml"/><Relationship Id="rId1" Type="http://schemas.openxmlformats.org/officeDocument/2006/relationships/tags" Target="../tags/tag276.xml"/></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282.xml"/><Relationship Id="rId3" Type="http://schemas.openxmlformats.org/officeDocument/2006/relationships/tags" Target="../tags/tag281.xml"/><Relationship Id="rId2" Type="http://schemas.openxmlformats.org/officeDocument/2006/relationships/tags" Target="../tags/tag280.xml"/><Relationship Id="rId1" Type="http://schemas.openxmlformats.org/officeDocument/2006/relationships/tags" Target="../tags/tag279.xml"/></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285.xml"/><Relationship Id="rId3" Type="http://schemas.openxmlformats.org/officeDocument/2006/relationships/image" Target="../media/image14.png"/><Relationship Id="rId2" Type="http://schemas.openxmlformats.org/officeDocument/2006/relationships/tags" Target="../tags/tag284.xml"/><Relationship Id="rId1" Type="http://schemas.openxmlformats.org/officeDocument/2006/relationships/tags" Target="../tags/tag283.xml"/></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289.xml"/><Relationship Id="rId3" Type="http://schemas.openxmlformats.org/officeDocument/2006/relationships/tags" Target="../tags/tag288.xml"/><Relationship Id="rId2" Type="http://schemas.openxmlformats.org/officeDocument/2006/relationships/tags" Target="../tags/tag287.xml"/><Relationship Id="rId1" Type="http://schemas.openxmlformats.org/officeDocument/2006/relationships/tags" Target="../tags/tag286.xml"/></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292.xml"/><Relationship Id="rId3" Type="http://schemas.openxmlformats.org/officeDocument/2006/relationships/image" Target="../media/image15.png"/><Relationship Id="rId2" Type="http://schemas.openxmlformats.org/officeDocument/2006/relationships/tags" Target="../tags/tag291.xml"/><Relationship Id="rId1" Type="http://schemas.openxmlformats.org/officeDocument/2006/relationships/tags" Target="../tags/tag290.xml"/></Relationships>
</file>

<file path=ppt/slides/_rels/slide22.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296.xml"/><Relationship Id="rId3" Type="http://schemas.openxmlformats.org/officeDocument/2006/relationships/tags" Target="../tags/tag295.xml"/><Relationship Id="rId2" Type="http://schemas.openxmlformats.org/officeDocument/2006/relationships/tags" Target="../tags/tag294.xml"/><Relationship Id="rId1" Type="http://schemas.openxmlformats.org/officeDocument/2006/relationships/tags" Target="../tags/tag293.xml"/></Relationships>
</file>

<file path=ppt/slides/_rels/slide23.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299.xml"/><Relationship Id="rId3" Type="http://schemas.openxmlformats.org/officeDocument/2006/relationships/image" Target="../media/image16.png"/><Relationship Id="rId2" Type="http://schemas.openxmlformats.org/officeDocument/2006/relationships/tags" Target="../tags/tag298.xml"/><Relationship Id="rId1" Type="http://schemas.openxmlformats.org/officeDocument/2006/relationships/tags" Target="../tags/tag297.xml"/></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303.xml"/><Relationship Id="rId3" Type="http://schemas.openxmlformats.org/officeDocument/2006/relationships/tags" Target="../tags/tag302.xml"/><Relationship Id="rId2" Type="http://schemas.openxmlformats.org/officeDocument/2006/relationships/tags" Target="../tags/tag301.xml"/><Relationship Id="rId1" Type="http://schemas.openxmlformats.org/officeDocument/2006/relationships/tags" Target="../tags/tag300.xml"/></Relationships>
</file>

<file path=ppt/slides/_rels/slide25.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306.xml"/><Relationship Id="rId3" Type="http://schemas.openxmlformats.org/officeDocument/2006/relationships/image" Target="../media/image17.png"/><Relationship Id="rId2" Type="http://schemas.openxmlformats.org/officeDocument/2006/relationships/tags" Target="../tags/tag305.xml"/><Relationship Id="rId1" Type="http://schemas.openxmlformats.org/officeDocument/2006/relationships/tags" Target="../tags/tag304.xml"/></Relationships>
</file>

<file path=ppt/slides/_rels/slide26.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310.xml"/><Relationship Id="rId3" Type="http://schemas.openxmlformats.org/officeDocument/2006/relationships/tags" Target="../tags/tag309.xml"/><Relationship Id="rId2" Type="http://schemas.openxmlformats.org/officeDocument/2006/relationships/tags" Target="../tags/tag308.xml"/><Relationship Id="rId1" Type="http://schemas.openxmlformats.org/officeDocument/2006/relationships/tags" Target="../tags/tag307.xml"/></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313.xml"/><Relationship Id="rId3" Type="http://schemas.openxmlformats.org/officeDocument/2006/relationships/image" Target="../media/image18.png"/><Relationship Id="rId2" Type="http://schemas.openxmlformats.org/officeDocument/2006/relationships/tags" Target="../tags/tag312.xml"/><Relationship Id="rId1" Type="http://schemas.openxmlformats.org/officeDocument/2006/relationships/tags" Target="../tags/tag311.xml"/></Relationships>
</file>

<file path=ppt/slides/_rels/slide28.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317.xml"/><Relationship Id="rId3" Type="http://schemas.openxmlformats.org/officeDocument/2006/relationships/tags" Target="../tags/tag316.xml"/><Relationship Id="rId2" Type="http://schemas.openxmlformats.org/officeDocument/2006/relationships/tags" Target="../tags/tag315.xml"/><Relationship Id="rId1" Type="http://schemas.openxmlformats.org/officeDocument/2006/relationships/tags" Target="../tags/tag314.xml"/></Relationships>
</file>

<file path=ppt/slides/_rels/slide29.xml.rels><?xml version="1.0" encoding="UTF-8" standalone="yes"?>
<Relationships xmlns="http://schemas.openxmlformats.org/package/2006/relationships"><Relationship Id="rId5" Type="http://schemas.openxmlformats.org/officeDocument/2006/relationships/slideLayout" Target="../slideLayouts/slideLayout22.xml"/><Relationship Id="rId4" Type="http://schemas.openxmlformats.org/officeDocument/2006/relationships/tags" Target="../tags/tag321.xml"/><Relationship Id="rId3" Type="http://schemas.openxmlformats.org/officeDocument/2006/relationships/tags" Target="../tags/tag320.xml"/><Relationship Id="rId2" Type="http://schemas.openxmlformats.org/officeDocument/2006/relationships/tags" Target="../tags/tag319.xml"/><Relationship Id="rId1" Type="http://schemas.openxmlformats.org/officeDocument/2006/relationships/tags" Target="../tags/tag3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ctrTitle"/>
            <p:custDataLst>
              <p:tags r:id="rId1"/>
            </p:custDataLst>
          </p:nvPr>
        </p:nvSpPr>
        <p:spPr>
          <a:xfrm>
            <a:off x="838200" y="1656000"/>
            <a:ext cx="10515600" cy="1800000"/>
          </a:xfrm>
        </p:spPr>
        <p:txBody>
          <a:bodyPr>
            <a:normAutofit/>
          </a:bodyPr>
          <a:lstStyle/>
          <a:p>
            <a:r>
              <a:rPr lang="zh-CN" altLang="en-US" sz="5335" dirty="0"/>
              <a:t>瓦谢尔生物研究院论文粗读分析（</a:t>
            </a:r>
            <a:r>
              <a:rPr lang="zh-CN" altLang="en-US" sz="5335" dirty="0"/>
              <a:t>第一周）</a:t>
            </a:r>
            <a:endParaRPr lang="zh-CN" altLang="en-US" sz="5335" dirty="0"/>
          </a:p>
        </p:txBody>
      </p:sp>
      <p:sp>
        <p:nvSpPr>
          <p:cNvPr id="5" name="副标题"/>
          <p:cNvSpPr>
            <a:spLocks noGrp="1"/>
          </p:cNvSpPr>
          <p:nvPr>
            <p:ph type="subTitle" idx="1"/>
            <p:custDataLst>
              <p:tags r:id="rId2"/>
            </p:custDataLst>
          </p:nvPr>
        </p:nvSpPr>
        <p:spPr>
          <a:xfrm>
            <a:off x="838200" y="3600000"/>
            <a:ext cx="10515600" cy="972000"/>
          </a:xfrm>
        </p:spPr>
        <p:txBody>
          <a:bodyPr/>
          <a:lstStyle/>
          <a:p>
            <a:r>
              <a:rPr lang="en-US" altLang="zh-CN" dirty="0"/>
              <a:t>2026.3 </a:t>
            </a:r>
            <a:r>
              <a:rPr lang="zh-CN" altLang="en-US" dirty="0"/>
              <a:t>香港中文大学（深圳）</a:t>
            </a:r>
            <a:r>
              <a:rPr lang="en-US" altLang="zh-CN" dirty="0"/>
              <a:t>SSE CE</a:t>
            </a:r>
            <a:endParaRPr lang="en-US" altLang="zh-CN" dirty="0"/>
          </a:p>
        </p:txBody>
      </p:sp>
      <p:sp>
        <p:nvSpPr>
          <p:cNvPr id="6" name="公司名"/>
          <p:cNvSpPr>
            <a:spLocks noGrp="1"/>
          </p:cNvSpPr>
          <p:nvPr>
            <p:ph type="body" sz="quarter" idx="4294967295"/>
            <p:custDataLst>
              <p:tags r:id="rId3"/>
            </p:custDataLst>
          </p:nvPr>
        </p:nvSpPr>
        <p:spPr>
          <a:xfrm>
            <a:off x="533083" y="330200"/>
            <a:ext cx="1432877" cy="503238"/>
          </a:xfrm>
        </p:spPr>
        <p:txBody>
          <a:bodyPr anchor="ctr">
            <a:normAutofit/>
          </a:bodyPr>
          <a:lstStyle/>
          <a:p>
            <a:pPr marL="0" indent="0">
              <a:buNone/>
            </a:pPr>
            <a:r>
              <a:rPr lang="en-US" altLang="zh-CN" sz="1200" b="1" dirty="0"/>
              <a:t>YOUR  LOGO</a:t>
            </a:r>
            <a:endParaRPr lang="zh-CN" altLang="en-US" sz="1200" b="1" dirty="0"/>
          </a:p>
        </p:txBody>
      </p:sp>
      <p:sp>
        <p:nvSpPr>
          <p:cNvPr id="7" name="日期时间"/>
          <p:cNvSpPr>
            <a:spLocks noGrp="1"/>
          </p:cNvSpPr>
          <p:nvPr>
            <p:ph type="body" sz="quarter" idx="4294967295"/>
            <p:custDataLst>
              <p:tags r:id="rId4"/>
            </p:custDataLst>
          </p:nvPr>
        </p:nvSpPr>
        <p:spPr>
          <a:xfrm>
            <a:off x="8867500" y="331469"/>
            <a:ext cx="2880000" cy="504000"/>
          </a:xfrm>
        </p:spPr>
        <p:txBody>
          <a:bodyPr anchor="ctr">
            <a:normAutofit/>
          </a:bodyPr>
          <a:lstStyle/>
          <a:p>
            <a:pPr marL="0" indent="0" algn="r">
              <a:buNone/>
            </a:pPr>
            <a:r>
              <a:rPr lang="en-US" altLang="zh-CN" sz="1200" b="1" dirty="0">
                <a:solidFill>
                  <a:schemeClr val="accent6"/>
                </a:solidFill>
              </a:rPr>
              <a:t>20XX.XX.XX</a:t>
            </a:r>
            <a:endParaRPr lang="en-US" altLang="zh-CN" sz="1200" b="1" dirty="0">
              <a:solidFill>
                <a:schemeClr val="accent6"/>
              </a:solidFill>
            </a:endParaRPr>
          </a:p>
        </p:txBody>
      </p:sp>
      <p:sp>
        <p:nvSpPr>
          <p:cNvPr id="10" name="署名"/>
          <p:cNvSpPr>
            <a:spLocks noGrp="1"/>
          </p:cNvSpPr>
          <p:nvPr>
            <p:ph type="body" sz="quarter" idx="17"/>
            <p:custDataLst>
              <p:tags r:id="rId5"/>
            </p:custDataLst>
          </p:nvPr>
        </p:nvSpPr>
        <p:spPr>
          <a:xfrm>
            <a:off x="4781550" y="4586288"/>
            <a:ext cx="2743200" cy="503237"/>
          </a:xfrm>
        </p:spPr>
        <p:txBody>
          <a:bodyPr>
            <a:normAutofit/>
          </a:bodyPr>
          <a:lstStyle/>
          <a:p>
            <a:r>
              <a:rPr lang="zh-CN" altLang="en-US"/>
              <a:t>汇报人：汪希翔</a:t>
            </a:r>
            <a:r>
              <a:rPr lang="en-US" altLang="zh-CN"/>
              <a:t> - 121090528</a:t>
            </a:r>
            <a:endParaRPr lang="en-US" altLang="zh-CN"/>
          </a:p>
        </p:txBody>
      </p:sp>
    </p:spTree>
    <p:custDataLst>
      <p:tags r:id="rId6"/>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1"/>
            </p:custDataLst>
          </p:nvPr>
        </p:nvSpPr>
        <p:spPr>
          <a:xfrm>
            <a:off x="838200" y="1780829"/>
            <a:ext cx="1269252" cy="2688797"/>
          </a:xfrm>
        </p:spPr>
        <p:txBody>
          <a:bodyPr/>
          <a:lstStyle/>
          <a:p>
            <a:r>
              <a:rPr lang="zh-CN" altLang="en-US" dirty="0">
                <a:solidFill>
                  <a:schemeClr val="lt1">
                    <a:lumMod val="100000"/>
                  </a:schemeClr>
                </a:solidFill>
              </a:rPr>
              <a:t>目录</a:t>
            </a:r>
            <a:endParaRPr lang="zh-CN" altLang="en-US" dirty="0">
              <a:solidFill>
                <a:schemeClr val="lt1">
                  <a:lumMod val="100000"/>
                </a:schemeClr>
              </a:solidFill>
            </a:endParaRPr>
          </a:p>
        </p:txBody>
      </p:sp>
      <p:sp>
        <p:nvSpPr>
          <p:cNvPr id="13" name="序号"/>
          <p:cNvSpPr txBox="1"/>
          <p:nvPr>
            <p:custDataLst>
              <p:tags r:id="rId2"/>
            </p:custDataLst>
          </p:nvPr>
        </p:nvSpPr>
        <p:spPr>
          <a:xfrm>
            <a:off x="4543578" y="1494792"/>
            <a:ext cx="658495" cy="982077"/>
          </a:xfrm>
          <a:prstGeom prst="rect">
            <a:avLst/>
          </a:prstGeom>
          <a:noFill/>
        </p:spPr>
        <p:txBody>
          <a:bodyPr wrap="none" lIns="0" tIns="0" rIns="0" bIns="0" rtlCol="0" anchor="t" anchorCtr="0">
            <a:normAutofit/>
          </a:bodyPr>
          <a:lstStyle/>
          <a:p>
            <a:pPr algn="ctr">
              <a:lnSpc>
                <a:spcPct val="100000"/>
              </a:lnSpc>
            </a:pPr>
            <a:r>
              <a:rPr lang="en-US" sz="2400" b="1" dirty="0">
                <a:solidFill>
                  <a:schemeClr val="accent2"/>
                </a:solidFill>
                <a:latin typeface="+mj-ea"/>
                <a:ea typeface="+mj-ea"/>
              </a:rPr>
              <a:t>01</a:t>
            </a:r>
            <a:endParaRPr lang="en-US" sz="2400" b="1" dirty="0">
              <a:solidFill>
                <a:schemeClr val="accent2"/>
              </a:solidFill>
              <a:latin typeface="+mj-ea"/>
              <a:ea typeface="+mj-ea"/>
            </a:endParaRPr>
          </a:p>
        </p:txBody>
      </p:sp>
      <p:sp>
        <p:nvSpPr>
          <p:cNvPr id="14" name="项标题"/>
          <p:cNvSpPr txBox="1"/>
          <p:nvPr>
            <p:custDataLst>
              <p:tags r:id="rId3"/>
            </p:custDataLst>
          </p:nvPr>
        </p:nvSpPr>
        <p:spPr>
          <a:xfrm>
            <a:off x="5334856" y="1494792"/>
            <a:ext cx="4208896" cy="981707"/>
          </a:xfrm>
          <a:prstGeom prst="rect">
            <a:avLst/>
          </a:prstGeom>
          <a:noFill/>
        </p:spPr>
        <p:txBody>
          <a:bodyPr wrap="square" lIns="0" tIns="0" rIns="0" bIns="0" rtlCol="0" anchor="t">
            <a:noAutofit/>
          </a:bodyPr>
          <a:lstStyle/>
          <a:p>
            <a:pPr>
              <a:lnSpc>
                <a:spcPct val="100000"/>
              </a:lnSpc>
            </a:pPr>
            <a:r>
              <a:rPr lang="zh-CN" altLang="en-US" sz="2400" b="1" spc="300" dirty="0">
                <a:solidFill>
                  <a:schemeClr val="tx1">
                    <a:lumMod val="85000"/>
                    <a:lumOff val="15000"/>
                  </a:schemeClr>
                </a:solidFill>
                <a:latin typeface="+mj-ea"/>
                <a:ea typeface="+mj-ea"/>
              </a:rPr>
              <a:t>主页面论文</a:t>
            </a:r>
            <a:r>
              <a:rPr lang="zh-CN" altLang="en-US" sz="2400" b="1" spc="300" dirty="0">
                <a:solidFill>
                  <a:schemeClr val="tx1">
                    <a:lumMod val="85000"/>
                    <a:lumOff val="15000"/>
                  </a:schemeClr>
                </a:solidFill>
                <a:latin typeface="+mj-ea"/>
                <a:ea typeface="+mj-ea"/>
              </a:rPr>
              <a:t>粗读</a:t>
            </a:r>
            <a:endParaRPr lang="zh-CN" altLang="en-US" sz="2400" b="1" spc="300" dirty="0">
              <a:solidFill>
                <a:schemeClr val="tx1">
                  <a:lumMod val="85000"/>
                  <a:lumOff val="15000"/>
                </a:schemeClr>
              </a:solidFill>
              <a:latin typeface="+mj-ea"/>
              <a:ea typeface="+mj-ea"/>
            </a:endParaRPr>
          </a:p>
        </p:txBody>
      </p:sp>
      <p:sp>
        <p:nvSpPr>
          <p:cNvPr id="15" name="任意多边形: 形状 14"/>
          <p:cNvSpPr/>
          <p:nvPr>
            <p:custDataLst>
              <p:tags r:id="rId4"/>
            </p:custDataLst>
          </p:nvPr>
        </p:nvSpPr>
        <p:spPr>
          <a:xfrm rot="5400000">
            <a:off x="4228888" y="1564326"/>
            <a:ext cx="278415" cy="154590"/>
          </a:xfrm>
          <a:custGeom>
            <a:avLst/>
            <a:gdLst>
              <a:gd name="connsiteX0" fmla="*/ 0 w 1435112"/>
              <a:gd name="connsiteY0" fmla="*/ 717556 h 717556"/>
              <a:gd name="connsiteX1" fmla="*/ 717556 w 1435112"/>
              <a:gd name="connsiteY1" fmla="*/ 0 h 717556"/>
              <a:gd name="connsiteX2" fmla="*/ 1435112 w 1435112"/>
              <a:gd name="connsiteY2" fmla="*/ 717556 h 717556"/>
            </a:gdLst>
            <a:ahLst/>
            <a:cxnLst>
              <a:cxn ang="0">
                <a:pos x="connsiteX0" y="connsiteY0"/>
              </a:cxn>
              <a:cxn ang="0">
                <a:pos x="connsiteX1" y="connsiteY1"/>
              </a:cxn>
              <a:cxn ang="0">
                <a:pos x="connsiteX2" y="connsiteY2"/>
              </a:cxn>
            </a:cxnLst>
            <a:rect l="l" t="t" r="r" b="b"/>
            <a:pathLst>
              <a:path w="1435112" h="717556">
                <a:moveTo>
                  <a:pt x="0" y="717556"/>
                </a:moveTo>
                <a:lnTo>
                  <a:pt x="717556" y="0"/>
                </a:lnTo>
                <a:lnTo>
                  <a:pt x="1435112" y="717556"/>
                </a:lnTo>
                <a:close/>
              </a:path>
            </a:pathLst>
          </a:custGeom>
          <a:solidFill>
            <a:schemeClr val="accent2"/>
          </a:solidFill>
          <a:ln w="2934" cap="flat">
            <a:noFill/>
            <a:prstDash val="solid"/>
            <a:miter/>
          </a:ln>
        </p:spPr>
        <p:txBody>
          <a:bodyPr rtlCol="0" anchor="ctr"/>
          <a:lstStyle/>
          <a:p>
            <a:endParaRPr lang="zh-CN" altLang="en-US"/>
          </a:p>
        </p:txBody>
      </p:sp>
      <p:sp>
        <p:nvSpPr>
          <p:cNvPr id="16" name="任意多边形: 形状 15"/>
          <p:cNvSpPr/>
          <p:nvPr>
            <p:custDataLst>
              <p:tags r:id="rId5"/>
            </p:custDataLst>
          </p:nvPr>
        </p:nvSpPr>
        <p:spPr>
          <a:xfrm rot="5400000">
            <a:off x="4228888" y="2753632"/>
            <a:ext cx="278415" cy="154590"/>
          </a:xfrm>
          <a:custGeom>
            <a:avLst/>
            <a:gdLst>
              <a:gd name="connsiteX0" fmla="*/ 0 w 1435112"/>
              <a:gd name="connsiteY0" fmla="*/ 717556 h 717556"/>
              <a:gd name="connsiteX1" fmla="*/ 717556 w 1435112"/>
              <a:gd name="connsiteY1" fmla="*/ 0 h 717556"/>
              <a:gd name="connsiteX2" fmla="*/ 1435112 w 1435112"/>
              <a:gd name="connsiteY2" fmla="*/ 717556 h 717556"/>
            </a:gdLst>
            <a:ahLst/>
            <a:cxnLst>
              <a:cxn ang="0">
                <a:pos x="connsiteX0" y="connsiteY0"/>
              </a:cxn>
              <a:cxn ang="0">
                <a:pos x="connsiteX1" y="connsiteY1"/>
              </a:cxn>
              <a:cxn ang="0">
                <a:pos x="connsiteX2" y="connsiteY2"/>
              </a:cxn>
            </a:cxnLst>
            <a:rect l="l" t="t" r="r" b="b"/>
            <a:pathLst>
              <a:path w="1435112" h="717556">
                <a:moveTo>
                  <a:pt x="0" y="717556"/>
                </a:moveTo>
                <a:lnTo>
                  <a:pt x="717556" y="0"/>
                </a:lnTo>
                <a:lnTo>
                  <a:pt x="1435112" y="717556"/>
                </a:lnTo>
                <a:close/>
              </a:path>
            </a:pathLst>
          </a:custGeom>
          <a:solidFill>
            <a:schemeClr val="accent2"/>
          </a:solidFill>
          <a:ln w="2934" cap="flat">
            <a:noFill/>
            <a:prstDash val="solid"/>
            <a:miter/>
          </a:ln>
        </p:spPr>
        <p:txBody>
          <a:bodyPr rtlCol="0" anchor="ctr"/>
          <a:lstStyle/>
          <a:p>
            <a:endParaRPr lang="zh-CN" altLang="en-US"/>
          </a:p>
        </p:txBody>
      </p:sp>
      <p:sp>
        <p:nvSpPr>
          <p:cNvPr id="17" name="任意多边形: 形状 16"/>
          <p:cNvSpPr/>
          <p:nvPr>
            <p:custDataLst>
              <p:tags r:id="rId6"/>
            </p:custDataLst>
          </p:nvPr>
        </p:nvSpPr>
        <p:spPr>
          <a:xfrm rot="5400000">
            <a:off x="4228888" y="3942938"/>
            <a:ext cx="278415" cy="154590"/>
          </a:xfrm>
          <a:custGeom>
            <a:avLst/>
            <a:gdLst>
              <a:gd name="connsiteX0" fmla="*/ 0 w 1435112"/>
              <a:gd name="connsiteY0" fmla="*/ 717556 h 717556"/>
              <a:gd name="connsiteX1" fmla="*/ 717556 w 1435112"/>
              <a:gd name="connsiteY1" fmla="*/ 0 h 717556"/>
              <a:gd name="connsiteX2" fmla="*/ 1435112 w 1435112"/>
              <a:gd name="connsiteY2" fmla="*/ 717556 h 717556"/>
            </a:gdLst>
            <a:ahLst/>
            <a:cxnLst>
              <a:cxn ang="0">
                <a:pos x="connsiteX0" y="connsiteY0"/>
              </a:cxn>
              <a:cxn ang="0">
                <a:pos x="connsiteX1" y="connsiteY1"/>
              </a:cxn>
              <a:cxn ang="0">
                <a:pos x="connsiteX2" y="connsiteY2"/>
              </a:cxn>
            </a:cxnLst>
            <a:rect l="l" t="t" r="r" b="b"/>
            <a:pathLst>
              <a:path w="1435112" h="717556">
                <a:moveTo>
                  <a:pt x="0" y="717556"/>
                </a:moveTo>
                <a:lnTo>
                  <a:pt x="717556" y="0"/>
                </a:lnTo>
                <a:lnTo>
                  <a:pt x="1435112" y="717556"/>
                </a:lnTo>
                <a:close/>
              </a:path>
            </a:pathLst>
          </a:custGeom>
          <a:solidFill>
            <a:schemeClr val="accent2"/>
          </a:solidFill>
          <a:ln w="2934" cap="flat">
            <a:noFill/>
            <a:prstDash val="solid"/>
            <a:miter/>
          </a:ln>
        </p:spPr>
        <p:txBody>
          <a:bodyPr rtlCol="0" anchor="ctr"/>
          <a:lstStyle/>
          <a:p>
            <a:endParaRPr lang="zh-CN" altLang="en-US"/>
          </a:p>
        </p:txBody>
      </p:sp>
      <p:sp>
        <p:nvSpPr>
          <p:cNvPr id="18" name="任意多边形: 形状 17"/>
          <p:cNvSpPr/>
          <p:nvPr>
            <p:custDataLst>
              <p:tags r:id="rId7"/>
            </p:custDataLst>
          </p:nvPr>
        </p:nvSpPr>
        <p:spPr>
          <a:xfrm rot="5400000">
            <a:off x="4228888" y="5132245"/>
            <a:ext cx="278415" cy="154590"/>
          </a:xfrm>
          <a:custGeom>
            <a:avLst/>
            <a:gdLst>
              <a:gd name="connsiteX0" fmla="*/ 0 w 1435112"/>
              <a:gd name="connsiteY0" fmla="*/ 717556 h 717556"/>
              <a:gd name="connsiteX1" fmla="*/ 717556 w 1435112"/>
              <a:gd name="connsiteY1" fmla="*/ 0 h 717556"/>
              <a:gd name="connsiteX2" fmla="*/ 1435112 w 1435112"/>
              <a:gd name="connsiteY2" fmla="*/ 717556 h 717556"/>
            </a:gdLst>
            <a:ahLst/>
            <a:cxnLst>
              <a:cxn ang="0">
                <a:pos x="connsiteX0" y="connsiteY0"/>
              </a:cxn>
              <a:cxn ang="0">
                <a:pos x="connsiteX1" y="connsiteY1"/>
              </a:cxn>
              <a:cxn ang="0">
                <a:pos x="connsiteX2" y="connsiteY2"/>
              </a:cxn>
            </a:cxnLst>
            <a:rect l="l" t="t" r="r" b="b"/>
            <a:pathLst>
              <a:path w="1435112" h="717556">
                <a:moveTo>
                  <a:pt x="0" y="717556"/>
                </a:moveTo>
                <a:lnTo>
                  <a:pt x="717556" y="0"/>
                </a:lnTo>
                <a:lnTo>
                  <a:pt x="1435112" y="717556"/>
                </a:lnTo>
                <a:close/>
              </a:path>
            </a:pathLst>
          </a:custGeom>
          <a:solidFill>
            <a:schemeClr val="accent6"/>
          </a:solidFill>
          <a:ln w="2934" cap="flat">
            <a:noFill/>
            <a:prstDash val="solid"/>
            <a:miter/>
          </a:ln>
        </p:spPr>
        <p:txBody>
          <a:bodyPr rtlCol="0" anchor="ctr"/>
          <a:lstStyle/>
          <a:p>
            <a:endParaRPr lang="zh-CN" altLang="en-US"/>
          </a:p>
        </p:txBody>
      </p:sp>
      <p:sp>
        <p:nvSpPr>
          <p:cNvPr id="19" name="序号"/>
          <p:cNvSpPr txBox="1"/>
          <p:nvPr>
            <p:custDataLst>
              <p:tags r:id="rId8"/>
            </p:custDataLst>
          </p:nvPr>
        </p:nvSpPr>
        <p:spPr>
          <a:xfrm>
            <a:off x="4543578" y="2680490"/>
            <a:ext cx="658495" cy="982077"/>
          </a:xfrm>
          <a:prstGeom prst="rect">
            <a:avLst/>
          </a:prstGeom>
          <a:noFill/>
        </p:spPr>
        <p:txBody>
          <a:bodyPr wrap="none" lIns="0" tIns="0" rIns="0" bIns="0" rtlCol="0" anchor="t" anchorCtr="0">
            <a:normAutofit/>
          </a:bodyPr>
          <a:lstStyle/>
          <a:p>
            <a:pPr algn="ctr">
              <a:lnSpc>
                <a:spcPct val="100000"/>
              </a:lnSpc>
            </a:pPr>
            <a:r>
              <a:rPr lang="en-US" sz="2400" b="1" dirty="0">
                <a:solidFill>
                  <a:schemeClr val="accent2"/>
                </a:solidFill>
                <a:latin typeface="+mj-ea"/>
                <a:ea typeface="+mj-ea"/>
              </a:rPr>
              <a:t>02</a:t>
            </a:r>
            <a:endParaRPr lang="en-US" sz="2400" b="1" dirty="0">
              <a:solidFill>
                <a:schemeClr val="accent2"/>
              </a:solidFill>
              <a:latin typeface="+mj-ea"/>
              <a:ea typeface="+mj-ea"/>
            </a:endParaRPr>
          </a:p>
        </p:txBody>
      </p:sp>
      <p:sp>
        <p:nvSpPr>
          <p:cNvPr id="20" name="项标题"/>
          <p:cNvSpPr txBox="1"/>
          <p:nvPr>
            <p:custDataLst>
              <p:tags r:id="rId9"/>
            </p:custDataLst>
          </p:nvPr>
        </p:nvSpPr>
        <p:spPr>
          <a:xfrm>
            <a:off x="5334856" y="2680490"/>
            <a:ext cx="4208896" cy="981707"/>
          </a:xfrm>
          <a:prstGeom prst="rect">
            <a:avLst/>
          </a:prstGeom>
          <a:noFill/>
        </p:spPr>
        <p:txBody>
          <a:bodyPr wrap="square" lIns="0" tIns="0" rIns="0" bIns="0" rtlCol="0" anchor="t">
            <a:noAutofit/>
          </a:bodyPr>
          <a:lstStyle/>
          <a:p>
            <a:pPr>
              <a:lnSpc>
                <a:spcPct val="100000"/>
              </a:lnSpc>
            </a:pPr>
            <a:r>
              <a:rPr lang="zh-CN" altLang="en-US" sz="2400" b="1" spc="300" dirty="0">
                <a:solidFill>
                  <a:schemeClr val="tx1">
                    <a:lumMod val="85000"/>
                    <a:lumOff val="15000"/>
                  </a:schemeClr>
                </a:solidFill>
                <a:latin typeface="+mj-ea"/>
                <a:ea typeface="+mj-ea"/>
              </a:rPr>
              <a:t>特异性</a:t>
            </a:r>
            <a:r>
              <a:rPr lang="zh-CN" altLang="en-US" sz="2400" b="1" spc="300" dirty="0">
                <a:solidFill>
                  <a:schemeClr val="tx1">
                    <a:lumMod val="85000"/>
                    <a:lumOff val="15000"/>
                  </a:schemeClr>
                </a:solidFill>
                <a:latin typeface="+mj-ea"/>
                <a:ea typeface="+mj-ea"/>
              </a:rPr>
              <a:t>粗读</a:t>
            </a:r>
            <a:endParaRPr lang="zh-CN" altLang="en-US" sz="2400" b="1" spc="300" dirty="0">
              <a:solidFill>
                <a:schemeClr val="tx1">
                  <a:lumMod val="85000"/>
                  <a:lumOff val="15000"/>
                </a:schemeClr>
              </a:solidFill>
              <a:latin typeface="+mj-ea"/>
              <a:ea typeface="+mj-ea"/>
            </a:endParaRPr>
          </a:p>
        </p:txBody>
      </p:sp>
      <p:sp>
        <p:nvSpPr>
          <p:cNvPr id="21" name="序号"/>
          <p:cNvSpPr txBox="1"/>
          <p:nvPr>
            <p:custDataLst>
              <p:tags r:id="rId10"/>
            </p:custDataLst>
          </p:nvPr>
        </p:nvSpPr>
        <p:spPr>
          <a:xfrm>
            <a:off x="4543578" y="3866188"/>
            <a:ext cx="658495" cy="982077"/>
          </a:xfrm>
          <a:prstGeom prst="rect">
            <a:avLst/>
          </a:prstGeom>
          <a:noFill/>
        </p:spPr>
        <p:txBody>
          <a:bodyPr wrap="none" lIns="0" tIns="0" rIns="0" bIns="0" rtlCol="0" anchor="t" anchorCtr="0">
            <a:normAutofit/>
          </a:bodyPr>
          <a:lstStyle/>
          <a:p>
            <a:pPr algn="ctr">
              <a:lnSpc>
                <a:spcPct val="100000"/>
              </a:lnSpc>
            </a:pPr>
            <a:r>
              <a:rPr lang="en-US" sz="2400" b="1" dirty="0">
                <a:solidFill>
                  <a:schemeClr val="accent2"/>
                </a:solidFill>
                <a:latin typeface="+mj-ea"/>
                <a:ea typeface="+mj-ea"/>
              </a:rPr>
              <a:t>03</a:t>
            </a:r>
            <a:endParaRPr lang="en-US" sz="2400" b="1" dirty="0">
              <a:solidFill>
                <a:schemeClr val="accent2"/>
              </a:solidFill>
              <a:latin typeface="+mj-ea"/>
              <a:ea typeface="+mj-ea"/>
            </a:endParaRPr>
          </a:p>
        </p:txBody>
      </p:sp>
      <p:sp>
        <p:nvSpPr>
          <p:cNvPr id="22" name="项标题"/>
          <p:cNvSpPr txBox="1"/>
          <p:nvPr>
            <p:custDataLst>
              <p:tags r:id="rId11"/>
            </p:custDataLst>
          </p:nvPr>
        </p:nvSpPr>
        <p:spPr>
          <a:xfrm>
            <a:off x="5334856" y="3866188"/>
            <a:ext cx="4208896" cy="981707"/>
          </a:xfrm>
          <a:prstGeom prst="rect">
            <a:avLst/>
          </a:prstGeom>
          <a:noFill/>
        </p:spPr>
        <p:txBody>
          <a:bodyPr wrap="square" lIns="0" tIns="0" rIns="0" bIns="0" rtlCol="0" anchor="t">
            <a:noAutofit/>
          </a:bodyPr>
          <a:lstStyle/>
          <a:p>
            <a:pPr>
              <a:lnSpc>
                <a:spcPct val="100000"/>
              </a:lnSpc>
            </a:pPr>
            <a:r>
              <a:rPr lang="zh-CN" altLang="en-US" sz="2400" b="1" spc="300" dirty="0">
                <a:solidFill>
                  <a:schemeClr val="tx1">
                    <a:lumMod val="85000"/>
                    <a:lumOff val="15000"/>
                  </a:schemeClr>
                </a:solidFill>
                <a:latin typeface="+mj-ea"/>
                <a:ea typeface="+mj-ea"/>
              </a:rPr>
              <a:t>单击添加目录项标题</a:t>
            </a:r>
            <a:endParaRPr lang="zh-CN" altLang="en-US" sz="2400" b="1" spc="300" dirty="0">
              <a:solidFill>
                <a:schemeClr val="tx1">
                  <a:lumMod val="85000"/>
                  <a:lumOff val="15000"/>
                </a:schemeClr>
              </a:solidFill>
              <a:latin typeface="+mj-ea"/>
              <a:ea typeface="+mj-ea"/>
            </a:endParaRPr>
          </a:p>
        </p:txBody>
      </p:sp>
      <p:sp>
        <p:nvSpPr>
          <p:cNvPr id="23" name="序号"/>
          <p:cNvSpPr txBox="1"/>
          <p:nvPr>
            <p:custDataLst>
              <p:tags r:id="rId12"/>
            </p:custDataLst>
          </p:nvPr>
        </p:nvSpPr>
        <p:spPr>
          <a:xfrm>
            <a:off x="4543578" y="5051885"/>
            <a:ext cx="658495" cy="982077"/>
          </a:xfrm>
          <a:prstGeom prst="rect">
            <a:avLst/>
          </a:prstGeom>
          <a:noFill/>
        </p:spPr>
        <p:txBody>
          <a:bodyPr wrap="none" lIns="0" tIns="0" rIns="0" bIns="0" rtlCol="0" anchor="t" anchorCtr="0">
            <a:normAutofit/>
          </a:bodyPr>
          <a:lstStyle/>
          <a:p>
            <a:pPr algn="ctr">
              <a:lnSpc>
                <a:spcPct val="100000"/>
              </a:lnSpc>
            </a:pPr>
            <a:r>
              <a:rPr lang="en-US" sz="2400" b="1" dirty="0">
                <a:solidFill>
                  <a:schemeClr val="accent2"/>
                </a:solidFill>
                <a:latin typeface="+mj-ea"/>
                <a:ea typeface="+mj-ea"/>
              </a:rPr>
              <a:t>04</a:t>
            </a:r>
            <a:endParaRPr lang="en-US" sz="2400" b="1" dirty="0">
              <a:solidFill>
                <a:schemeClr val="accent2"/>
              </a:solidFill>
              <a:latin typeface="+mj-ea"/>
              <a:ea typeface="+mj-ea"/>
            </a:endParaRPr>
          </a:p>
        </p:txBody>
      </p:sp>
      <p:sp>
        <p:nvSpPr>
          <p:cNvPr id="24" name="项标题"/>
          <p:cNvSpPr txBox="1"/>
          <p:nvPr>
            <p:custDataLst>
              <p:tags r:id="rId13"/>
            </p:custDataLst>
          </p:nvPr>
        </p:nvSpPr>
        <p:spPr>
          <a:xfrm>
            <a:off x="5334856" y="5051885"/>
            <a:ext cx="4208896" cy="981707"/>
          </a:xfrm>
          <a:prstGeom prst="rect">
            <a:avLst/>
          </a:prstGeom>
          <a:noFill/>
        </p:spPr>
        <p:txBody>
          <a:bodyPr wrap="square" lIns="0" tIns="0" rIns="0" bIns="0" rtlCol="0" anchor="t">
            <a:noAutofit/>
          </a:bodyPr>
          <a:lstStyle/>
          <a:p>
            <a:pPr>
              <a:lnSpc>
                <a:spcPct val="100000"/>
              </a:lnSpc>
            </a:pPr>
            <a:r>
              <a:rPr lang="zh-CN" altLang="en-US" sz="2400" b="1" spc="300" dirty="0">
                <a:solidFill>
                  <a:schemeClr val="tx1">
                    <a:lumMod val="85000"/>
                    <a:lumOff val="15000"/>
                  </a:schemeClr>
                </a:solidFill>
                <a:latin typeface="+mj-ea"/>
                <a:ea typeface="+mj-ea"/>
              </a:rPr>
              <a:t>单击添加目录项标题</a:t>
            </a:r>
            <a:endParaRPr lang="zh-CN" altLang="en-US" sz="2400" b="1" spc="300" dirty="0">
              <a:solidFill>
                <a:schemeClr val="tx1">
                  <a:lumMod val="85000"/>
                  <a:lumOff val="15000"/>
                </a:schemeClr>
              </a:solidFill>
              <a:latin typeface="+mj-ea"/>
              <a:ea typeface="+mj-ea"/>
            </a:endParaRPr>
          </a:p>
        </p:txBody>
      </p:sp>
    </p:spTree>
    <p:custDataLst>
      <p:tags r:id="rId14"/>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1"/>
            </p:custDataLst>
          </p:nvPr>
        </p:nvSpPr>
        <p:spPr>
          <a:xfrm>
            <a:off x="1581138" y="2858211"/>
            <a:ext cx="6603643" cy="2950320"/>
          </a:xfrm>
        </p:spPr>
        <p:txBody>
          <a:bodyPr/>
          <a:lstStyle/>
          <a:p>
            <a:r>
              <a:rPr lang="zh-CN" altLang="en-US" spc="300" dirty="0">
                <a:solidFill>
                  <a:schemeClr val="tx1">
                    <a:lumMod val="85000"/>
                    <a:lumOff val="15000"/>
                  </a:schemeClr>
                </a:solidFill>
                <a:latin typeface="+mj-ea"/>
                <a:sym typeface="+mn-ea"/>
              </a:rPr>
              <a:t>主页面论文粗读</a:t>
            </a:r>
            <a:endParaRPr lang="zh-CN" altLang="en-US" dirty="0"/>
          </a:p>
        </p:txBody>
      </p:sp>
      <p:sp>
        <p:nvSpPr>
          <p:cNvPr id="6" name="节编号"/>
          <p:cNvSpPr>
            <a:spLocks noGrp="1"/>
          </p:cNvSpPr>
          <p:nvPr>
            <p:ph type="body" sz="quarter" idx="13"/>
            <p:custDataLst>
              <p:tags r:id="rId2"/>
            </p:custDataLst>
          </p:nvPr>
        </p:nvSpPr>
        <p:spPr>
          <a:xfrm>
            <a:off x="10270349" y="2560320"/>
            <a:ext cx="1632479" cy="1869606"/>
          </a:xfrm>
        </p:spPr>
        <p:txBody>
          <a:bodyPr/>
          <a:lstStyle/>
          <a:p>
            <a:r>
              <a:rPr lang="en-US" altLang="zh-CN" dirty="0">
                <a:solidFill>
                  <a:schemeClr val="lt1">
                    <a:lumMod val="100000"/>
                  </a:schemeClr>
                </a:solidFill>
              </a:rPr>
              <a:t>01</a:t>
            </a:r>
            <a:endParaRPr lang="zh-CN" altLang="en-US" dirty="0">
              <a:solidFill>
                <a:schemeClr val="lt1">
                  <a:lumMod val="100000"/>
                </a:schemeClr>
              </a:solidFill>
            </a:endParaRPr>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a:spLocks noGrp="1"/>
          </p:cNvSpPr>
          <p:nvPr>
            <p:ph type="title"/>
            <p:custDataLst>
              <p:tags r:id="rId1"/>
            </p:custDataLst>
          </p:nvPr>
        </p:nvSpPr>
        <p:spPr>
          <a:xfrm>
            <a:off x="838200" y="275590"/>
            <a:ext cx="10697845" cy="1209040"/>
          </a:xfrm>
        </p:spPr>
        <p:txBody>
          <a:bodyPr>
            <a:normAutofit/>
          </a:bodyPr>
          <a:lstStyle/>
          <a:p>
            <a:r>
              <a:rPr lang="en-US" altLang="zh-CN" dirty="0"/>
              <a:t>miRTarBase update 2018: a resource for experimentally validated microRNA-target interactions</a:t>
            </a:r>
            <a:endParaRPr lang="en-US" altLang="zh-CN" dirty="0"/>
          </a:p>
        </p:txBody>
      </p:sp>
      <p:sp>
        <p:nvSpPr>
          <p:cNvPr id="3" name="正文"/>
          <p:cNvSpPr>
            <a:spLocks noGrp="1"/>
          </p:cNvSpPr>
          <p:nvPr>
            <p:ph idx="1"/>
            <p:custDataLst>
              <p:tags r:id="rId2"/>
            </p:custDataLst>
          </p:nvPr>
        </p:nvSpPr>
        <p:spPr>
          <a:xfrm>
            <a:off x="838200" y="2418715"/>
            <a:ext cx="10515600" cy="3759200"/>
          </a:xfrm>
        </p:spPr>
        <p:txBody>
          <a:bodyPr>
            <a:normAutofit lnSpcReduction="10000"/>
          </a:bodyPr>
          <a:lstStyle/>
          <a:p>
            <a:r>
              <a:rPr lang="en-US" altLang="zh-CN" b="1" dirty="0"/>
              <a:t>Abstract:</a:t>
            </a:r>
            <a:r>
              <a:rPr lang="en-US" altLang="zh-CN" dirty="0"/>
              <a:t> Update Database about miRtarBase which provieds imfor about MTIs</a:t>
            </a:r>
            <a:endParaRPr lang="en-US" altLang="zh-CN" dirty="0"/>
          </a:p>
          <a:p>
            <a:r>
              <a:rPr lang="en-US" altLang="zh-CN" b="1" dirty="0"/>
              <a:t>Method:</a:t>
            </a:r>
            <a:r>
              <a:rPr lang="en-US" altLang="zh-CN" dirty="0"/>
              <a:t> A large number of experimental results of MTIs curated by strong evidence</a:t>
            </a:r>
            <a:r>
              <a:rPr lang="zh-CN" altLang="en-US" dirty="0"/>
              <a:t>，</a:t>
            </a:r>
            <a:r>
              <a:rPr lang="en-US" altLang="zh-CN" dirty="0"/>
              <a:t>and use these result about target site sequence to train ML </a:t>
            </a:r>
            <a:r>
              <a:rPr lang="en-US" altLang="zh-CN" dirty="0"/>
              <a:t>model.</a:t>
            </a:r>
            <a:endParaRPr lang="en-US" altLang="zh-CN" dirty="0"/>
          </a:p>
          <a:p>
            <a:r>
              <a:rPr lang="en-US" altLang="zh-CN" b="1" dirty="0"/>
              <a:t>Aim: </a:t>
            </a:r>
            <a:r>
              <a:rPr lang="en-US" altLang="zh-CN" dirty="0"/>
              <a:t>helping evaluate miRNA-target prediction tools.</a:t>
            </a:r>
            <a:endParaRPr lang="en-US" altLang="zh-CN" dirty="0"/>
          </a:p>
          <a:p>
            <a:r>
              <a:rPr lang="en-US" altLang="zh-CN" b="1" dirty="0">
                <a:sym typeface="+mn-ea"/>
              </a:rPr>
              <a:t>Solved Problem</a:t>
            </a:r>
            <a:r>
              <a:rPr lang="en-US" altLang="zh-CN" b="1" dirty="0"/>
              <a:t>:</a:t>
            </a:r>
            <a:r>
              <a:rPr lang="en-US" altLang="zh-CN" dirty="0"/>
              <a:t> Increase amout of sample,</a:t>
            </a:r>
            <a:endParaRPr lang="en-US" altLang="zh-CN" dirty="0"/>
          </a:p>
          <a:p>
            <a:pPr marL="0" indent="0">
              <a:buNone/>
            </a:pPr>
            <a:r>
              <a:rPr lang="en-US" altLang="zh-CN" dirty="0"/>
              <a:t> increase the accuracy of evaluation and analysis tools.</a:t>
            </a:r>
            <a:endParaRPr lang="en-US" altLang="zh-CN" dirty="0"/>
          </a:p>
          <a:p>
            <a:r>
              <a:rPr lang="en-US" altLang="zh-CN" b="1" dirty="0"/>
              <a:t>Important Word:</a:t>
            </a:r>
            <a:endParaRPr lang="en-US" altLang="zh-CN" b="1" dirty="0"/>
          </a:p>
          <a:p>
            <a:pPr lvl="1"/>
            <a:r>
              <a:rPr lang="en-US" altLang="zh-CN" dirty="0"/>
              <a:t>MTIs:</a:t>
            </a:r>
            <a:r>
              <a:rPr lang="zh-CN" altLang="en-US" dirty="0"/>
              <a:t>微小核苷酸</a:t>
            </a:r>
            <a:r>
              <a:rPr lang="en-US" altLang="zh-CN" dirty="0"/>
              <a:t>-</a:t>
            </a:r>
            <a:r>
              <a:rPr lang="zh-CN" altLang="en-US" dirty="0"/>
              <a:t>靶标相互作用</a:t>
            </a:r>
            <a:endParaRPr lang="zh-CN" altLang="en-US" dirty="0"/>
          </a:p>
          <a:p>
            <a:pPr lvl="1"/>
            <a:r>
              <a:rPr lang="en-US" altLang="zh-CN" dirty="0">
                <a:sym typeface="+mn-ea"/>
              </a:rPr>
              <a:t>target site sequence: </a:t>
            </a:r>
            <a:r>
              <a:rPr lang="zh-CN" altLang="en-US" dirty="0">
                <a:sym typeface="+mn-ea"/>
              </a:rPr>
              <a:t>靶向位点</a:t>
            </a:r>
            <a:r>
              <a:rPr lang="zh-CN" altLang="en-US" dirty="0">
                <a:sym typeface="+mn-ea"/>
              </a:rPr>
              <a:t>序列</a:t>
            </a:r>
            <a:endParaRPr lang="zh-CN" altLang="en-US" dirty="0">
              <a:sym typeface="+mn-ea"/>
            </a:endParaRPr>
          </a:p>
        </p:txBody>
      </p:sp>
      <p:sp>
        <p:nvSpPr>
          <p:cNvPr id="4" name="文本框 3"/>
          <p:cNvSpPr txBox="1"/>
          <p:nvPr/>
        </p:nvSpPr>
        <p:spPr>
          <a:xfrm>
            <a:off x="838200" y="1590040"/>
            <a:ext cx="10438130" cy="645160"/>
          </a:xfrm>
          <a:prstGeom prst="rect">
            <a:avLst/>
          </a:prstGeom>
          <a:noFill/>
        </p:spPr>
        <p:txBody>
          <a:bodyPr wrap="square" rtlCol="0">
            <a:spAutoFit/>
          </a:bodyPr>
          <a:p>
            <a:pPr algn="l"/>
            <a:r>
              <a:rPr lang="en-US" altLang="zh-CN" dirty="0" err="1" smtClean="0"/>
              <a:t>Chih-Hung Chou1,2,†, Sirjana Shrestha2,†, Nucleic acid research 46(D1), D296-302, 2018, Cited 1880 ,2018</a:t>
            </a:r>
            <a:endParaRPr lang="zh-CN" altLang="en-US" dirty="0" err="1" smtClean="0"/>
          </a:p>
        </p:txBody>
      </p:sp>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pic>
        <p:nvPicPr>
          <p:cNvPr id="5" name="内容占位符 4"/>
          <p:cNvPicPr>
            <a:picLocks noChangeAspect="1"/>
          </p:cNvPicPr>
          <p:nvPr>
            <p:ph idx="1"/>
            <p:custDataLst>
              <p:tags r:id="rId2"/>
            </p:custDataLst>
          </p:nvPr>
        </p:nvPicPr>
        <p:blipFill>
          <a:blip r:embed="rId3"/>
          <a:stretch>
            <a:fillRect/>
          </a:stretch>
        </p:blipFill>
        <p:spPr>
          <a:xfrm>
            <a:off x="695960" y="360045"/>
            <a:ext cx="9203055" cy="5682615"/>
          </a:xfrm>
          <a:prstGeom prst="rect">
            <a:avLst/>
          </a:prstGeom>
        </p:spPr>
      </p:pic>
    </p:spTree>
    <p:custDataLst>
      <p:tags r:id="rId4"/>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a:spLocks noGrp="1"/>
          </p:cNvSpPr>
          <p:nvPr>
            <p:ph type="title"/>
            <p:custDataLst>
              <p:tags r:id="rId1"/>
            </p:custDataLst>
          </p:nvPr>
        </p:nvSpPr>
        <p:spPr>
          <a:xfrm>
            <a:off x="838200" y="360045"/>
            <a:ext cx="10697845" cy="1209040"/>
          </a:xfrm>
        </p:spPr>
        <p:txBody>
          <a:bodyPr>
            <a:normAutofit/>
          </a:bodyPr>
          <a:lstStyle/>
          <a:p>
            <a:r>
              <a:rPr lang="en-US" altLang="zh-CN" dirty="0"/>
              <a:t>Plants send small RNAs in extracellular vesicles to fungal pathogen to silence virulence genes</a:t>
            </a:r>
            <a:endParaRPr lang="en-US" altLang="zh-CN" dirty="0"/>
          </a:p>
        </p:txBody>
      </p:sp>
      <p:sp>
        <p:nvSpPr>
          <p:cNvPr id="3" name="正文"/>
          <p:cNvSpPr>
            <a:spLocks noGrp="1"/>
          </p:cNvSpPr>
          <p:nvPr>
            <p:ph idx="1"/>
            <p:custDataLst>
              <p:tags r:id="rId2"/>
            </p:custDataLst>
          </p:nvPr>
        </p:nvSpPr>
        <p:spPr>
          <a:xfrm>
            <a:off x="838200" y="2140585"/>
            <a:ext cx="10515600" cy="4255135"/>
          </a:xfrm>
        </p:spPr>
        <p:txBody>
          <a:bodyPr/>
          <a:lstStyle/>
          <a:p>
            <a:r>
              <a:rPr lang="en-US" altLang="zh-CN" sz="2000" b="1" dirty="0"/>
              <a:t>Abstract: </a:t>
            </a:r>
            <a:r>
              <a:rPr lang="en-US" altLang="zh-CN" sz="2000" dirty="0"/>
              <a:t>Research sRNA transfer model between hosts and pests.</a:t>
            </a:r>
            <a:endParaRPr lang="en-US" altLang="zh-CN" sz="2000" dirty="0"/>
          </a:p>
          <a:p>
            <a:r>
              <a:rPr lang="en-US" altLang="zh-CN" sz="2000" dirty="0"/>
              <a:t>Method: Research special sampeles about host Arabidopsis cells and fungal pathogen Botrytis cinerea</a:t>
            </a:r>
            <a:endParaRPr lang="en-US" altLang="zh-CN" sz="2000" dirty="0"/>
          </a:p>
          <a:p>
            <a:r>
              <a:rPr lang="en-US" altLang="zh-CN" sz="2000" b="1" dirty="0"/>
              <a:t>Aim:</a:t>
            </a:r>
            <a:r>
              <a:rPr lang="en-US" altLang="zh-CN" sz="2000" dirty="0"/>
              <a:t> Looking for the impact on the gene expression of both side caused by the bidirectional transfer of different sRNAs between different individuals</a:t>
            </a:r>
            <a:endParaRPr lang="en-US" altLang="zh-CN" sz="2000" dirty="0"/>
          </a:p>
          <a:p>
            <a:r>
              <a:rPr lang="en-US" altLang="zh-CN" sz="2000" b="1" dirty="0">
                <a:sym typeface="+mn-ea"/>
              </a:rPr>
              <a:t>Solved Problem</a:t>
            </a:r>
            <a:r>
              <a:rPr lang="en-US" altLang="zh-CN" sz="2000" b="1" dirty="0"/>
              <a:t>: </a:t>
            </a:r>
            <a:r>
              <a:rPr lang="en-US" altLang="zh-CN" sz="2000" dirty="0"/>
              <a:t>Using sRNA transferring to create new special immune response.</a:t>
            </a:r>
            <a:endParaRPr lang="en-US" altLang="zh-CN" sz="2000" dirty="0"/>
          </a:p>
          <a:p>
            <a:r>
              <a:rPr lang="en-US" altLang="zh-CN" sz="2000" b="1" dirty="0"/>
              <a:t>Important Word:</a:t>
            </a:r>
            <a:endParaRPr lang="en-US" altLang="zh-CN" sz="2000" b="1" dirty="0"/>
          </a:p>
          <a:p>
            <a:pPr marL="0" indent="457200">
              <a:buNone/>
            </a:pPr>
            <a:r>
              <a:rPr lang="en-US" altLang="zh-CN" sz="2000" dirty="0">
                <a:sym typeface="+mn-ea"/>
              </a:rPr>
              <a:t>sRNA: </a:t>
            </a:r>
            <a:r>
              <a:rPr lang="en-US" altLang="zh-CN" sz="2000" dirty="0">
                <a:sym typeface="+mn-ea"/>
              </a:rPr>
              <a:t>Short RNA that does not encode proteins which is made of 20~30 nucleotides.</a:t>
            </a:r>
            <a:endParaRPr lang="en-US" altLang="zh-CN" sz="2000" dirty="0">
              <a:sym typeface="+mn-ea"/>
            </a:endParaRPr>
          </a:p>
        </p:txBody>
      </p:sp>
      <p:sp>
        <p:nvSpPr>
          <p:cNvPr id="5" name="文本框 4"/>
          <p:cNvSpPr txBox="1"/>
          <p:nvPr/>
        </p:nvSpPr>
        <p:spPr>
          <a:xfrm>
            <a:off x="838200" y="1495425"/>
            <a:ext cx="10697845" cy="645160"/>
          </a:xfrm>
          <a:prstGeom prst="rect">
            <a:avLst/>
          </a:prstGeom>
          <a:noFill/>
        </p:spPr>
        <p:txBody>
          <a:bodyPr wrap="square" rtlCol="0">
            <a:spAutoFit/>
          </a:bodyPr>
          <a:p>
            <a:pPr algn="l"/>
            <a:r>
              <a:rPr lang="en-US" altLang="zh-CN" dirty="0" err="1" smtClean="0"/>
              <a:t>Qiang Cai 1, Lulu Qiao 1 2, Ming Wang, cience</a:t>
            </a:r>
            <a:endParaRPr lang="en-US" altLang="zh-CN" dirty="0" err="1" smtClean="0"/>
          </a:p>
          <a:p>
            <a:pPr algn="l"/>
            <a:r>
              <a:rPr lang="en-US" altLang="zh-CN" dirty="0" err="1" smtClean="0"/>
              <a:t>. 2018 Jun 8;360(6393):1126-1129. doi: 10.1126/science.aar4142. Epub 2018 May 17. Cited Can’</a:t>
            </a:r>
            <a:r>
              <a:rPr lang="en-US" altLang="zh-CN" dirty="0" err="1" smtClean="0"/>
              <a:t>t Find  </a:t>
            </a:r>
            <a:endParaRPr lang="zh-CN" altLang="en-US" dirty="0" err="1" smtClean="0"/>
          </a:p>
        </p:txBody>
      </p: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sp>
        <p:nvSpPr>
          <p:cNvPr id="3" name="内容占位符 2"/>
          <p:cNvSpPr>
            <a:spLocks noGrp="1"/>
          </p:cNvSpPr>
          <p:nvPr>
            <p:ph idx="1"/>
            <p:custDataLst>
              <p:tags r:id="rId2"/>
            </p:custDataLst>
          </p:nvPr>
        </p:nvSpPr>
        <p:spPr/>
        <p:txBody>
          <a:bodyPr/>
          <a:p>
            <a:endParaRPr lang="zh-CN" altLang="en-US"/>
          </a:p>
        </p:txBody>
      </p:sp>
      <p:pic>
        <p:nvPicPr>
          <p:cNvPr id="6" name="图片 5"/>
          <p:cNvPicPr>
            <a:picLocks noChangeAspect="1"/>
          </p:cNvPicPr>
          <p:nvPr/>
        </p:nvPicPr>
        <p:blipFill>
          <a:blip r:embed="rId3"/>
          <a:stretch>
            <a:fillRect/>
          </a:stretch>
        </p:blipFill>
        <p:spPr>
          <a:xfrm>
            <a:off x="1819275" y="287655"/>
            <a:ext cx="8552815" cy="6282055"/>
          </a:xfrm>
          <a:prstGeom prst="rect">
            <a:avLst/>
          </a:prstGeom>
        </p:spPr>
      </p:pic>
    </p:spTree>
    <p:custDataLst>
      <p:tags r:id="rId4"/>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a:spLocks noGrp="1"/>
          </p:cNvSpPr>
          <p:nvPr>
            <p:ph type="title"/>
            <p:custDataLst>
              <p:tags r:id="rId1"/>
            </p:custDataLst>
          </p:nvPr>
        </p:nvSpPr>
        <p:spPr>
          <a:xfrm>
            <a:off x="838200" y="251460"/>
            <a:ext cx="10697845" cy="1209040"/>
          </a:xfrm>
        </p:spPr>
        <p:txBody>
          <a:bodyPr>
            <a:normAutofit fontScale="90000"/>
          </a:bodyPr>
          <a:lstStyle/>
          <a:p>
            <a:r>
              <a:rPr lang="en-US" altLang="zh-CN" dirty="0"/>
              <a:t>MicroRNA-224 down-regulates Glycine N-methyltransferase gene expression in Hepatocellular Carcinoma</a:t>
            </a:r>
            <a:endParaRPr lang="en-US" altLang="zh-CN" dirty="0"/>
          </a:p>
        </p:txBody>
      </p:sp>
      <p:sp>
        <p:nvSpPr>
          <p:cNvPr id="3" name="正文"/>
          <p:cNvSpPr>
            <a:spLocks noGrp="1"/>
          </p:cNvSpPr>
          <p:nvPr>
            <p:ph idx="1"/>
            <p:custDataLst>
              <p:tags r:id="rId2"/>
            </p:custDataLst>
          </p:nvPr>
        </p:nvSpPr>
        <p:spPr>
          <a:xfrm>
            <a:off x="838200" y="2152650"/>
            <a:ext cx="10515600" cy="4255135"/>
          </a:xfrm>
        </p:spPr>
        <p:txBody>
          <a:bodyPr>
            <a:normAutofit lnSpcReduction="10000"/>
          </a:bodyPr>
          <a:lstStyle/>
          <a:p>
            <a:r>
              <a:rPr lang="en-US" altLang="zh-CN" sz="2000" b="1" dirty="0"/>
              <a:t>Abstract: </a:t>
            </a:r>
            <a:r>
              <a:rPr lang="en-US" altLang="zh-CN" sz="2000" dirty="0"/>
              <a:t>Verify the regulatory mechanism of miR-224 and GNMT in liver cancer</a:t>
            </a:r>
            <a:endParaRPr lang="en-US" altLang="zh-CN" sz="2000" dirty="0"/>
          </a:p>
          <a:p>
            <a:r>
              <a:rPr lang="en-US" altLang="zh-CN" sz="2000" b="1" dirty="0"/>
              <a:t>Method:</a:t>
            </a:r>
            <a:r>
              <a:rPr lang="en-US" altLang="zh-CN" sz="2000" dirty="0"/>
              <a:t> Hepatocellular carcinoma cells and mice were treated with CCl4 to establish a liver injury model, monitoring the changes and expression levels of GNMT and miR-224.</a:t>
            </a:r>
            <a:endParaRPr lang="en-US" altLang="zh-CN" sz="2000" dirty="0"/>
          </a:p>
          <a:p>
            <a:r>
              <a:rPr lang="en-US" altLang="zh-CN" sz="2000" b="1" dirty="0"/>
              <a:t>Aim: </a:t>
            </a:r>
            <a:r>
              <a:rPr lang="en-US" altLang="zh-CN" sz="2000" dirty="0"/>
              <a:t>Controlling the progression of liver cancer using AAV-mediated GNMT.</a:t>
            </a:r>
            <a:endParaRPr lang="en-US" altLang="zh-CN" sz="2000" dirty="0"/>
          </a:p>
          <a:p>
            <a:r>
              <a:rPr lang="en-US" altLang="zh-CN" sz="2000" b="1" dirty="0">
                <a:sym typeface="+mn-ea"/>
              </a:rPr>
              <a:t>Solved Problem</a:t>
            </a:r>
            <a:r>
              <a:rPr lang="en-US" altLang="zh-CN" sz="2000" b="1" dirty="0"/>
              <a:t>:</a:t>
            </a:r>
            <a:r>
              <a:rPr lang="en-US" altLang="zh-CN" sz="2000" dirty="0">
                <a:sym typeface="+mn-ea"/>
              </a:rPr>
              <a:t>Slow down the progression of liver cancer and assist in the treatment of liver cancer.</a:t>
            </a:r>
            <a:endParaRPr lang="en-US" altLang="zh-CN" sz="2000" b="1" dirty="0"/>
          </a:p>
          <a:p>
            <a:r>
              <a:rPr lang="en-US" altLang="zh-CN" sz="2000" b="1" dirty="0"/>
              <a:t>Important Word:</a:t>
            </a:r>
            <a:endParaRPr lang="en-US" altLang="zh-CN" sz="2000" b="1" dirty="0"/>
          </a:p>
          <a:p>
            <a:pPr lvl="1"/>
            <a:r>
              <a:rPr lang="en-US" altLang="zh-CN" sz="2000" dirty="0">
                <a:sym typeface="+mn-ea"/>
              </a:rPr>
              <a:t>GNMT: </a:t>
            </a:r>
            <a:r>
              <a:rPr lang="zh-CN" altLang="en-US" sz="2000" dirty="0">
                <a:sym typeface="+mn-ea"/>
              </a:rPr>
              <a:t>肝脏高表达关键代谢酶</a:t>
            </a:r>
            <a:r>
              <a:rPr lang="en-US" altLang="zh-CN" sz="2000" dirty="0">
                <a:sym typeface="+mn-ea"/>
              </a:rPr>
              <a:t>, </a:t>
            </a:r>
            <a:r>
              <a:rPr lang="zh-CN" altLang="en-US" sz="2000" dirty="0">
                <a:sym typeface="+mn-ea"/>
              </a:rPr>
              <a:t>调控一碳代谢、</a:t>
            </a:r>
            <a:r>
              <a:rPr lang="en-US" altLang="zh-CN" sz="2000" dirty="0">
                <a:sym typeface="+mn-ea"/>
              </a:rPr>
              <a:t>SAM/SAH </a:t>
            </a:r>
            <a:r>
              <a:rPr lang="zh-CN" altLang="en-US" sz="2000" dirty="0">
                <a:sym typeface="+mn-ea"/>
              </a:rPr>
              <a:t>平衡、维持基因组稳定</a:t>
            </a:r>
            <a:endParaRPr lang="zh-CN" altLang="en-US" sz="2000" dirty="0">
              <a:sym typeface="+mn-ea"/>
            </a:endParaRPr>
          </a:p>
          <a:p>
            <a:pPr lvl="1"/>
            <a:r>
              <a:rPr lang="en-US" altLang="zh-CN" sz="2000" dirty="0">
                <a:sym typeface="+mn-ea"/>
              </a:rPr>
              <a:t>miR-224: </a:t>
            </a:r>
            <a:r>
              <a:rPr lang="zh-CN" altLang="en-US" sz="2000" dirty="0">
                <a:sym typeface="+mn-ea"/>
              </a:rPr>
              <a:t>致癌微小</a:t>
            </a:r>
            <a:r>
              <a:rPr lang="en-US" altLang="zh-CN" sz="2000" dirty="0">
                <a:sym typeface="+mn-ea"/>
              </a:rPr>
              <a:t> RNA, </a:t>
            </a:r>
            <a:r>
              <a:rPr lang="zh-CN" altLang="en-US" sz="2000" dirty="0">
                <a:sym typeface="+mn-ea"/>
              </a:rPr>
              <a:t>专门废掉</a:t>
            </a:r>
            <a:r>
              <a:rPr lang="en-US" altLang="zh-CN" sz="2000" dirty="0">
                <a:sym typeface="+mn-ea"/>
              </a:rPr>
              <a:t> GNMT</a:t>
            </a:r>
            <a:r>
              <a:rPr lang="zh-CN" altLang="en-US" sz="2000" dirty="0">
                <a:sym typeface="+mn-ea"/>
              </a:rPr>
              <a:t>（护肝抑癌基因）</a:t>
            </a:r>
            <a:endParaRPr lang="zh-CN" altLang="en-US" sz="2000" dirty="0">
              <a:sym typeface="+mn-ea"/>
            </a:endParaRPr>
          </a:p>
          <a:p>
            <a:pPr lvl="1"/>
            <a:r>
              <a:rPr lang="en-US" altLang="zh-CN" sz="2000" dirty="0">
                <a:sym typeface="+mn-ea"/>
              </a:rPr>
              <a:t>AAV: </a:t>
            </a:r>
            <a:r>
              <a:rPr lang="zh-CN" altLang="en-US" sz="2000" dirty="0">
                <a:sym typeface="+mn-ea"/>
              </a:rPr>
              <a:t>腺相关病毒，一种安全、常用、不致病的基因递送工具</a:t>
            </a:r>
            <a:endParaRPr lang="zh-CN" altLang="en-US" sz="2000" dirty="0">
              <a:sym typeface="+mn-ea"/>
            </a:endParaRPr>
          </a:p>
        </p:txBody>
      </p:sp>
      <p:sp>
        <p:nvSpPr>
          <p:cNvPr id="5" name="文本框 4"/>
          <p:cNvSpPr txBox="1"/>
          <p:nvPr/>
        </p:nvSpPr>
        <p:spPr>
          <a:xfrm>
            <a:off x="838200" y="1386840"/>
            <a:ext cx="10697845" cy="645160"/>
          </a:xfrm>
          <a:prstGeom prst="rect">
            <a:avLst/>
          </a:prstGeom>
          <a:noFill/>
        </p:spPr>
        <p:txBody>
          <a:bodyPr wrap="square" rtlCol="0">
            <a:spAutoFit/>
          </a:bodyPr>
          <a:p>
            <a:pPr algn="l"/>
            <a:r>
              <a:rPr lang="en-US" altLang="zh-CN" dirty="0" err="1" smtClean="0"/>
              <a:t>Jung-Hsien Hung 1 2, Chung-Hsien Li, Sci Rep</a:t>
            </a:r>
            <a:endParaRPr lang="en-US" altLang="zh-CN" dirty="0" err="1" smtClean="0"/>
          </a:p>
          <a:p>
            <a:pPr algn="l"/>
            <a:r>
              <a:rPr lang="en-US" altLang="zh-CN" dirty="0" err="1" smtClean="0"/>
              <a:t>. 2018 Aug 16;8(1):12284. doi: 10.1038/s41598-018-30682-5. Cited Can’</a:t>
            </a:r>
            <a:r>
              <a:rPr lang="en-US" altLang="zh-CN" dirty="0" err="1" smtClean="0"/>
              <a:t>t Find  </a:t>
            </a:r>
            <a:endParaRPr lang="zh-CN" altLang="en-US" dirty="0" err="1" smtClean="0"/>
          </a:p>
        </p:txBody>
      </p:sp>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pic>
        <p:nvPicPr>
          <p:cNvPr id="4" name="内容占位符 3"/>
          <p:cNvPicPr>
            <a:picLocks noChangeAspect="1"/>
          </p:cNvPicPr>
          <p:nvPr>
            <p:ph idx="1"/>
            <p:custDataLst>
              <p:tags r:id="rId2"/>
            </p:custDataLst>
          </p:nvPr>
        </p:nvPicPr>
        <p:blipFill>
          <a:blip r:embed="rId3"/>
          <a:stretch>
            <a:fillRect/>
          </a:stretch>
        </p:blipFill>
        <p:spPr>
          <a:xfrm>
            <a:off x="781050" y="708660"/>
            <a:ext cx="4421505" cy="5170805"/>
          </a:xfrm>
          <a:prstGeom prst="rect">
            <a:avLst/>
          </a:prstGeom>
        </p:spPr>
      </p:pic>
      <p:pic>
        <p:nvPicPr>
          <p:cNvPr id="5" name="图片 4"/>
          <p:cNvPicPr>
            <a:picLocks noChangeAspect="1"/>
          </p:cNvPicPr>
          <p:nvPr/>
        </p:nvPicPr>
        <p:blipFill>
          <a:blip r:embed="rId4"/>
          <a:stretch>
            <a:fillRect/>
          </a:stretch>
        </p:blipFill>
        <p:spPr>
          <a:xfrm>
            <a:off x="6087745" y="817880"/>
            <a:ext cx="4564380" cy="4953000"/>
          </a:xfrm>
          <a:prstGeom prst="rect">
            <a:avLst/>
          </a:prstGeom>
        </p:spPr>
      </p:pic>
    </p:spTree>
    <p:custDataLst>
      <p:tags r:id="rId5"/>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a:spLocks noGrp="1"/>
          </p:cNvSpPr>
          <p:nvPr>
            <p:ph type="title"/>
            <p:custDataLst>
              <p:tags r:id="rId1"/>
            </p:custDataLst>
          </p:nvPr>
        </p:nvSpPr>
        <p:spPr>
          <a:xfrm>
            <a:off x="838200" y="177800"/>
            <a:ext cx="10697845" cy="1209040"/>
          </a:xfrm>
        </p:spPr>
        <p:txBody>
          <a:bodyPr>
            <a:normAutofit/>
          </a:bodyPr>
          <a:lstStyle/>
          <a:p>
            <a:r>
              <a:rPr lang="en-US" altLang="zh-CN" dirty="0"/>
              <a:t>Large-Scale Functional Analysis of CRP-Mediated Feed-Forward Loops</a:t>
            </a:r>
            <a:endParaRPr lang="en-US" altLang="zh-CN" dirty="0"/>
          </a:p>
        </p:txBody>
      </p:sp>
      <p:sp>
        <p:nvSpPr>
          <p:cNvPr id="3" name="正文"/>
          <p:cNvSpPr>
            <a:spLocks noGrp="1"/>
          </p:cNvSpPr>
          <p:nvPr>
            <p:ph idx="1"/>
            <p:custDataLst>
              <p:tags r:id="rId2"/>
            </p:custDataLst>
          </p:nvPr>
        </p:nvSpPr>
        <p:spPr>
          <a:xfrm>
            <a:off x="838200" y="2068195"/>
            <a:ext cx="10515600" cy="4255135"/>
          </a:xfrm>
        </p:spPr>
        <p:txBody>
          <a:bodyPr>
            <a:normAutofit lnSpcReduction="10000"/>
          </a:bodyPr>
          <a:lstStyle/>
          <a:p>
            <a:r>
              <a:rPr lang="en-US" altLang="zh-CN" sz="2000" b="1" dirty="0"/>
              <a:t>Abstract:</a:t>
            </a:r>
            <a:r>
              <a:rPr lang="en-US" altLang="zh-CN" sz="2000" dirty="0"/>
              <a:t> Research the regulatory mechanism of CRP-FFLsMethod: </a:t>
            </a:r>
            <a:endParaRPr lang="en-US" altLang="zh-CN" sz="2000" dirty="0"/>
          </a:p>
          <a:p>
            <a:r>
              <a:rPr lang="en-US" altLang="zh-CN" sz="2000" b="1" dirty="0"/>
              <a:t>Methods: </a:t>
            </a:r>
            <a:r>
              <a:rPr lang="en-US" altLang="zh-CN" sz="2000" dirty="0"/>
              <a:t>Through gene chip experiments, monitoring the expression of target genes downstream of CPR-FFL under different concentrations of cAMP.</a:t>
            </a:r>
            <a:endParaRPr lang="en-US" altLang="zh-CN" sz="2000" b="1" dirty="0"/>
          </a:p>
          <a:p>
            <a:r>
              <a:rPr lang="en-US" altLang="zh-CN" sz="2000" b="1" dirty="0"/>
              <a:t>Aim: </a:t>
            </a:r>
            <a:r>
              <a:rPr lang="en-US" altLang="zh-CN" sz="2000" dirty="0"/>
              <a:t>Research genes’ expression through CRP-FFL with 8 different models.</a:t>
            </a:r>
            <a:endParaRPr lang="en-US" altLang="zh-CN" sz="2000" dirty="0"/>
          </a:p>
          <a:p>
            <a:r>
              <a:rPr lang="en-US" altLang="zh-CN" sz="2000" b="1" dirty="0">
                <a:sym typeface="+mn-ea"/>
              </a:rPr>
              <a:t>Solved Problem</a:t>
            </a:r>
            <a:r>
              <a:rPr lang="en-US" altLang="zh-CN" sz="2000" b="1" dirty="0"/>
              <a:t>: </a:t>
            </a:r>
            <a:r>
              <a:rPr lang="en-US" altLang="zh-CN" sz="2000" dirty="0"/>
              <a:t>Don’t really know.</a:t>
            </a:r>
            <a:endParaRPr lang="en-US" altLang="zh-CN" sz="2000" dirty="0"/>
          </a:p>
          <a:p>
            <a:r>
              <a:rPr lang="en-US" altLang="zh-CN" sz="2000" b="1" dirty="0"/>
              <a:t>Important Word:</a:t>
            </a:r>
            <a:endParaRPr lang="en-US" altLang="zh-CN" sz="2000" b="1" dirty="0"/>
          </a:p>
          <a:p>
            <a:pPr lvl="1"/>
            <a:r>
              <a:rPr lang="en-US" altLang="zh-CN" sz="2000" b="1" dirty="0"/>
              <a:t>FFL (Feed-forward loop) </a:t>
            </a:r>
            <a:r>
              <a:rPr lang="zh-CN" altLang="en-US" sz="2000" b="1" dirty="0"/>
              <a:t>前馈环路</a:t>
            </a:r>
            <a:r>
              <a:rPr lang="en-US" altLang="zh-CN" sz="2000" b="1" dirty="0"/>
              <a:t>: </a:t>
            </a:r>
            <a:r>
              <a:rPr lang="zh-CN" altLang="en-US" sz="2000" b="1" dirty="0"/>
              <a:t>基因调控网络里最常见的三元小回路，稳基因表达、滤掉噪声、响应环境</a:t>
            </a:r>
            <a:endParaRPr lang="zh-CN" altLang="en-US" sz="2000" b="1" dirty="0"/>
          </a:p>
          <a:p>
            <a:pPr lvl="1"/>
            <a:r>
              <a:rPr lang="en-US" altLang="zh-CN" sz="2000" b="1" dirty="0"/>
              <a:t>CRP</a:t>
            </a:r>
            <a:r>
              <a:rPr lang="zh-CN" altLang="en-US" sz="2000" b="1" dirty="0"/>
              <a:t>：大肠杆菌核心全局转录调控蛋白，感知能量</a:t>
            </a:r>
            <a:r>
              <a:rPr lang="en-US" altLang="zh-CN" sz="2000" b="1" dirty="0"/>
              <a:t> / </a:t>
            </a:r>
            <a:r>
              <a:rPr lang="zh-CN" altLang="en-US" sz="2000" b="1" dirty="0"/>
              <a:t>营养（</a:t>
            </a:r>
            <a:r>
              <a:rPr lang="en-US" altLang="zh-CN" sz="2000" b="1" dirty="0"/>
              <a:t>cAMP</a:t>
            </a:r>
            <a:r>
              <a:rPr lang="zh-CN" altLang="en-US" sz="2000" b="1" dirty="0"/>
              <a:t>），控制几百个基因</a:t>
            </a:r>
            <a:endParaRPr lang="zh-CN" altLang="en-US" sz="2000" b="1" dirty="0"/>
          </a:p>
          <a:p>
            <a:pPr lvl="1"/>
            <a:r>
              <a:rPr lang="en-US" altLang="zh-CN" sz="2000" b="1" dirty="0"/>
              <a:t>cAMP: </a:t>
            </a:r>
            <a:r>
              <a:rPr lang="zh-CN" altLang="en-US" sz="2000" b="1" dirty="0"/>
              <a:t>环磷酸腺苷</a:t>
            </a:r>
            <a:r>
              <a:rPr lang="en-US" altLang="zh-CN" sz="2000" b="1" dirty="0"/>
              <a:t>, </a:t>
            </a:r>
            <a:r>
              <a:rPr lang="zh-CN" altLang="en-US" sz="2000" b="1" dirty="0"/>
              <a:t>细胞里的小分子信号、第二信使，是细胞</a:t>
            </a:r>
            <a:r>
              <a:rPr lang="zh-CN" altLang="en-US" sz="2000" b="1" dirty="0"/>
              <a:t>的能量警报器</a:t>
            </a:r>
            <a:endParaRPr lang="zh-CN" altLang="en-US" sz="2000" b="1" dirty="0"/>
          </a:p>
          <a:p>
            <a:pPr lvl="1"/>
            <a:endParaRPr lang="zh-CN" altLang="en-US" sz="2000" b="1" dirty="0">
              <a:sym typeface="+mn-ea"/>
            </a:endParaRPr>
          </a:p>
        </p:txBody>
      </p:sp>
      <p:sp>
        <p:nvSpPr>
          <p:cNvPr id="5" name="文本框 4"/>
          <p:cNvSpPr txBox="1"/>
          <p:nvPr/>
        </p:nvSpPr>
        <p:spPr>
          <a:xfrm>
            <a:off x="838200" y="1302385"/>
            <a:ext cx="10697845" cy="645160"/>
          </a:xfrm>
          <a:prstGeom prst="rect">
            <a:avLst/>
          </a:prstGeom>
          <a:noFill/>
        </p:spPr>
        <p:txBody>
          <a:bodyPr wrap="square" rtlCol="0">
            <a:spAutoFit/>
          </a:bodyPr>
          <a:p>
            <a:pPr algn="l"/>
            <a:r>
              <a:rPr lang="en-US" altLang="zh-CN" dirty="0" err="1" smtClean="0"/>
              <a:t>Chi-Dung Yang 1 2 3 4 5, Hsi-Yuan Huang 6 7 8 9. Int J Mol Sci. 2018 Aug 9;19(8):2335. doi: 10.3390/ijms19082335. </a:t>
            </a:r>
            <a:endParaRPr lang="zh-CN" altLang="en-US" dirty="0" err="1" smtClean="0"/>
          </a:p>
        </p:txBody>
      </p:sp>
    </p:spTree>
    <p:custDataLst>
      <p:tags r:id="rId3"/>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pic>
        <p:nvPicPr>
          <p:cNvPr id="4" name="内容占位符 3"/>
          <p:cNvPicPr>
            <a:picLocks noChangeAspect="1"/>
          </p:cNvPicPr>
          <p:nvPr>
            <p:ph idx="1"/>
            <p:custDataLst>
              <p:tags r:id="rId2"/>
            </p:custDataLst>
          </p:nvPr>
        </p:nvPicPr>
        <p:blipFill>
          <a:blip r:embed="rId3"/>
          <a:stretch>
            <a:fillRect/>
          </a:stretch>
        </p:blipFill>
        <p:spPr>
          <a:xfrm>
            <a:off x="600710" y="360045"/>
            <a:ext cx="4423410" cy="6007735"/>
          </a:xfrm>
          <a:prstGeom prst="rect">
            <a:avLst/>
          </a:prstGeom>
        </p:spPr>
      </p:pic>
      <p:pic>
        <p:nvPicPr>
          <p:cNvPr id="5" name="图片 4"/>
          <p:cNvPicPr>
            <a:picLocks noChangeAspect="1"/>
          </p:cNvPicPr>
          <p:nvPr/>
        </p:nvPicPr>
        <p:blipFill>
          <a:blip r:embed="rId4"/>
          <a:stretch>
            <a:fillRect/>
          </a:stretch>
        </p:blipFill>
        <p:spPr>
          <a:xfrm>
            <a:off x="5349875" y="923290"/>
            <a:ext cx="6146165" cy="4601845"/>
          </a:xfrm>
          <a:prstGeom prst="rect">
            <a:avLst/>
          </a:prstGeom>
        </p:spPr>
      </p:pic>
    </p:spTree>
    <p:custDataLst>
      <p:tags r:id="rId5"/>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a:spLocks noGrp="1"/>
          </p:cNvSpPr>
          <p:nvPr>
            <p:ph type="title"/>
            <p:custDataLst>
              <p:tags r:id="rId1"/>
            </p:custDataLst>
          </p:nvPr>
        </p:nvSpPr>
        <p:spPr>
          <a:xfrm>
            <a:off x="838200" y="178435"/>
            <a:ext cx="10697845" cy="1209040"/>
          </a:xfrm>
        </p:spPr>
        <p:txBody>
          <a:bodyPr>
            <a:normAutofit fontScale="90000"/>
          </a:bodyPr>
          <a:lstStyle/>
          <a:p>
            <a:r>
              <a:rPr lang="en-US" altLang="zh-CN" dirty="0"/>
              <a:t>Ouroboros resembling competitive endogenous loop (ORCEL) in circular RNAs revealed through transcriptome sequencing dataset analysis</a:t>
            </a:r>
            <a:endParaRPr lang="en-US" altLang="zh-CN" dirty="0"/>
          </a:p>
        </p:txBody>
      </p:sp>
      <p:sp>
        <p:nvSpPr>
          <p:cNvPr id="3" name="正文"/>
          <p:cNvSpPr>
            <a:spLocks noGrp="1"/>
          </p:cNvSpPr>
          <p:nvPr>
            <p:ph idx="1"/>
            <p:custDataLst>
              <p:tags r:id="rId2"/>
            </p:custDataLst>
          </p:nvPr>
        </p:nvSpPr>
        <p:spPr>
          <a:xfrm>
            <a:off x="838200" y="2188845"/>
            <a:ext cx="10515600" cy="4255135"/>
          </a:xfrm>
        </p:spPr>
        <p:txBody>
          <a:bodyPr>
            <a:normAutofit lnSpcReduction="20000"/>
          </a:bodyPr>
          <a:lstStyle/>
          <a:p>
            <a:r>
              <a:rPr lang="en-US" altLang="zh-CN" sz="2000" b="1" dirty="0"/>
              <a:t>Abstract: </a:t>
            </a:r>
            <a:r>
              <a:rPr lang="en-US" altLang="zh-CN" sz="2000" dirty="0"/>
              <a:t>A type of circular RNA was found to have a head-to-tail self-cyclic regulatory pattern. (ORCEL)</a:t>
            </a:r>
            <a:endParaRPr lang="en-US" altLang="zh-CN" sz="2000" dirty="0"/>
          </a:p>
          <a:p>
            <a:r>
              <a:rPr lang="en-US" altLang="zh-CN" sz="2000" b="1" dirty="0"/>
              <a:t>Method: </a:t>
            </a:r>
            <a:r>
              <a:rPr lang="en-US" altLang="zh-CN" sz="2000" dirty="0"/>
              <a:t>Analyze 465 sets of transcriptome sequencing data + 22 existing literatures</a:t>
            </a:r>
            <a:endParaRPr lang="en-US" altLang="zh-CN" sz="2000" dirty="0"/>
          </a:p>
          <a:p>
            <a:r>
              <a:rPr lang="en-US" altLang="zh-CN" sz="2000" b="1" dirty="0"/>
              <a:t>Aim: </a:t>
            </a:r>
            <a:r>
              <a:rPr lang="en-US" altLang="zh-CN" sz="2000" dirty="0"/>
              <a:t>predict and analyze cooperation between circRNA and miRNA, showing new RNA Self-regulatory mechanism.</a:t>
            </a:r>
            <a:endParaRPr lang="en-US" altLang="zh-CN" sz="2000" dirty="0"/>
          </a:p>
          <a:p>
            <a:r>
              <a:rPr lang="en-US" altLang="zh-CN" sz="2000" b="1" dirty="0">
                <a:sym typeface="+mn-ea"/>
              </a:rPr>
              <a:t>Solved Problem</a:t>
            </a:r>
            <a:r>
              <a:rPr lang="en-US" altLang="zh-CN" sz="2000" b="1" dirty="0"/>
              <a:t>: </a:t>
            </a:r>
            <a:r>
              <a:rPr lang="en-US" altLang="zh-CN" sz="2000" dirty="0"/>
              <a:t>Don’t really know</a:t>
            </a:r>
            <a:endParaRPr lang="en-US" altLang="zh-CN" sz="2000" dirty="0"/>
          </a:p>
          <a:p>
            <a:r>
              <a:rPr lang="en-US" altLang="zh-CN" sz="2000" b="1" dirty="0"/>
              <a:t>Important Word:</a:t>
            </a:r>
            <a:endParaRPr lang="en-US" altLang="zh-CN" sz="2000" b="1" dirty="0"/>
          </a:p>
          <a:p>
            <a:pPr lvl="1"/>
            <a:r>
              <a:rPr lang="en-US" altLang="zh-CN" sz="2000" b="1" dirty="0"/>
              <a:t>circRNA:</a:t>
            </a:r>
            <a:r>
              <a:rPr lang="en-US" altLang="zh-CN" sz="2000" b="1" dirty="0">
                <a:sym typeface="+mn-ea"/>
              </a:rPr>
              <a:t> </a:t>
            </a:r>
            <a:r>
              <a:rPr lang="zh-CN" altLang="en-US" sz="2000" b="1" dirty="0">
                <a:sym typeface="+mn-ea"/>
              </a:rPr>
              <a:t>首尾连成圈，很稳定、寿命长</a:t>
            </a:r>
            <a:endParaRPr lang="zh-CN" altLang="en-US" sz="2000" b="1" dirty="0">
              <a:sym typeface="+mn-ea"/>
            </a:endParaRPr>
          </a:p>
          <a:p>
            <a:pPr lvl="1"/>
            <a:r>
              <a:rPr lang="en-US" altLang="zh-CN" sz="2000" b="1" dirty="0">
                <a:sym typeface="+mn-ea"/>
              </a:rPr>
              <a:t>miRNA sponge: </a:t>
            </a:r>
            <a:r>
              <a:rPr lang="zh-CN" altLang="en-US" sz="2000" b="1" dirty="0">
                <a:sym typeface="+mn-ea"/>
              </a:rPr>
              <a:t>海绵一样把</a:t>
            </a:r>
            <a:r>
              <a:rPr lang="en-US" altLang="zh-CN" sz="2000" b="1" dirty="0">
                <a:sym typeface="+mn-ea"/>
              </a:rPr>
              <a:t> miRNA </a:t>
            </a:r>
            <a:r>
              <a:rPr lang="zh-CN" altLang="en-US" sz="2000" b="1" dirty="0">
                <a:sym typeface="+mn-ea"/>
              </a:rPr>
              <a:t>吸住，导致</a:t>
            </a:r>
            <a:r>
              <a:rPr lang="en-US" altLang="zh-CN" sz="2000" b="1" dirty="0">
                <a:sym typeface="+mn-ea"/>
              </a:rPr>
              <a:t>miRNA</a:t>
            </a:r>
            <a:r>
              <a:rPr lang="zh-CN" altLang="en-US" sz="2000" b="1" dirty="0">
                <a:sym typeface="+mn-ea"/>
              </a:rPr>
              <a:t>失效，基因</a:t>
            </a:r>
            <a:r>
              <a:rPr lang="zh-CN" altLang="en-US" sz="2000" b="1" dirty="0">
                <a:sym typeface="+mn-ea"/>
              </a:rPr>
              <a:t>表达不再</a:t>
            </a:r>
            <a:r>
              <a:rPr lang="zh-CN" altLang="en-US" sz="2000" b="1" dirty="0">
                <a:sym typeface="+mn-ea"/>
              </a:rPr>
              <a:t>被抑制</a:t>
            </a:r>
            <a:endParaRPr lang="zh-CN" altLang="en-US" sz="2000" b="1" dirty="0">
              <a:sym typeface="+mn-ea"/>
            </a:endParaRPr>
          </a:p>
          <a:p>
            <a:pPr lvl="1"/>
            <a:r>
              <a:rPr lang="en-US" altLang="zh-CN" sz="2000" b="1" dirty="0">
                <a:sym typeface="+mn-ea"/>
              </a:rPr>
              <a:t>ORCEL</a:t>
            </a:r>
            <a:r>
              <a:rPr lang="zh-CN" altLang="en-US" sz="2000" b="1" dirty="0">
                <a:sym typeface="+mn-ea"/>
              </a:rPr>
              <a:t>：自我闭环调控的回路，形成：宿主基因</a:t>
            </a:r>
            <a:r>
              <a:rPr lang="en-US" altLang="zh-CN" sz="2000" b="1" dirty="0">
                <a:sym typeface="+mn-ea"/>
              </a:rPr>
              <a:t> </a:t>
            </a:r>
            <a:r>
              <a:rPr lang="en-US" altLang="en-US" sz="2000" b="1" dirty="0">
                <a:sym typeface="+mn-ea"/>
              </a:rPr>
              <a:t>→</a:t>
            </a:r>
            <a:r>
              <a:rPr lang="en-US" altLang="zh-CN" sz="2000" b="1" dirty="0">
                <a:sym typeface="+mn-ea"/>
              </a:rPr>
              <a:t> circRNA </a:t>
            </a:r>
            <a:r>
              <a:rPr lang="en-US" altLang="en-US" sz="2000" b="1" dirty="0">
                <a:sym typeface="+mn-ea"/>
              </a:rPr>
              <a:t>↔</a:t>
            </a:r>
            <a:r>
              <a:rPr lang="en-US" altLang="zh-CN" sz="2000" b="1" dirty="0">
                <a:sym typeface="+mn-ea"/>
              </a:rPr>
              <a:t> miRNA </a:t>
            </a:r>
            <a:r>
              <a:rPr lang="en-US" altLang="en-US" sz="2000" b="1" dirty="0">
                <a:sym typeface="+mn-ea"/>
              </a:rPr>
              <a:t>→</a:t>
            </a:r>
            <a:r>
              <a:rPr lang="en-US" altLang="zh-CN" sz="2000" b="1" dirty="0">
                <a:sym typeface="+mn-ea"/>
              </a:rPr>
              <a:t> </a:t>
            </a:r>
            <a:r>
              <a:rPr lang="zh-CN" altLang="en-US" sz="2000" b="1" dirty="0">
                <a:sym typeface="+mn-ea"/>
              </a:rPr>
              <a:t>抑制宿主基因</a:t>
            </a:r>
            <a:endParaRPr lang="zh-CN" altLang="en-US" sz="2000" b="1" dirty="0">
              <a:sym typeface="+mn-ea"/>
            </a:endParaRPr>
          </a:p>
        </p:txBody>
      </p:sp>
      <p:sp>
        <p:nvSpPr>
          <p:cNvPr id="5" name="文本框 4"/>
          <p:cNvSpPr txBox="1"/>
          <p:nvPr/>
        </p:nvSpPr>
        <p:spPr>
          <a:xfrm>
            <a:off x="838200" y="1465580"/>
            <a:ext cx="10697845" cy="645160"/>
          </a:xfrm>
          <a:prstGeom prst="rect">
            <a:avLst/>
          </a:prstGeom>
          <a:noFill/>
        </p:spPr>
        <p:txBody>
          <a:bodyPr wrap="square" rtlCol="0">
            <a:spAutoFit/>
          </a:bodyPr>
          <a:p>
            <a:pPr algn="l"/>
            <a:r>
              <a:rPr lang="en-US" altLang="zh-CN" dirty="0" err="1" smtClean="0"/>
              <a:t>Yu-Chen Liu 1 2 3, Hsiao-Chin Hong 2. BMC Genomics. 2018 May 9;19(Suppl 2):171. doi: 10.1186/s12864-018-4456-9.</a:t>
            </a:r>
            <a:endParaRPr lang="en-US" altLang="zh-CN" dirty="0" err="1" smtClean="0"/>
          </a:p>
        </p:txBody>
      </p:sp>
    </p:spTree>
    <p:custDataLst>
      <p:tags r:id="rId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pic>
        <p:nvPicPr>
          <p:cNvPr id="4" name="内容占位符 3"/>
          <p:cNvPicPr>
            <a:picLocks noChangeAspect="1"/>
          </p:cNvPicPr>
          <p:nvPr>
            <p:ph idx="1"/>
            <p:custDataLst>
              <p:tags r:id="rId2"/>
            </p:custDataLst>
          </p:nvPr>
        </p:nvPicPr>
        <p:blipFill>
          <a:blip r:embed="rId3"/>
          <a:stretch>
            <a:fillRect/>
          </a:stretch>
        </p:blipFill>
        <p:spPr>
          <a:xfrm>
            <a:off x="695960" y="249555"/>
            <a:ext cx="5304155" cy="4873625"/>
          </a:xfrm>
          <a:prstGeom prst="rect">
            <a:avLst/>
          </a:prstGeom>
        </p:spPr>
      </p:pic>
      <p:pic>
        <p:nvPicPr>
          <p:cNvPr id="5" name="图片 4"/>
          <p:cNvPicPr>
            <a:picLocks noChangeAspect="1"/>
          </p:cNvPicPr>
          <p:nvPr/>
        </p:nvPicPr>
        <p:blipFill>
          <a:blip r:embed="rId4"/>
          <a:stretch>
            <a:fillRect/>
          </a:stretch>
        </p:blipFill>
        <p:spPr>
          <a:xfrm>
            <a:off x="6360160" y="249555"/>
            <a:ext cx="5135880" cy="5715000"/>
          </a:xfrm>
          <a:prstGeom prst="rect">
            <a:avLst/>
          </a:prstGeom>
        </p:spPr>
      </p:pic>
    </p:spTree>
    <p:custDataLst>
      <p:tags r:id="rId5"/>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1"/>
            </p:custDataLst>
          </p:nvPr>
        </p:nvSpPr>
        <p:spPr>
          <a:xfrm>
            <a:off x="1276985" y="419735"/>
            <a:ext cx="7127875" cy="5388610"/>
          </a:xfrm>
        </p:spPr>
        <p:txBody>
          <a:bodyPr/>
          <a:lstStyle/>
          <a:p>
            <a:pPr marL="0" indent="0" fontAlgn="auto">
              <a:lnSpc>
                <a:spcPct val="150000"/>
              </a:lnSpc>
            </a:pPr>
            <a:r>
              <a:rPr lang="zh-CN" altLang="en-US" sz="3200" dirty="0"/>
              <a:t>第一部分小结：</a:t>
            </a:r>
            <a:br>
              <a:rPr lang="zh-CN" altLang="en-US" sz="3200" dirty="0"/>
            </a:br>
            <a:r>
              <a:rPr lang="en-US" altLang="zh-CN" sz="3200" dirty="0"/>
              <a:t>	</a:t>
            </a:r>
            <a:r>
              <a:rPr lang="zh-CN" altLang="en-US" sz="1800" dirty="0"/>
              <a:t>做了五个黄教授的首页论文的分析，黄教授的项目有关</a:t>
            </a:r>
            <a:r>
              <a:rPr lang="en-US" altLang="zh-CN" sz="1800" dirty="0">
                <a:sym typeface="+mn-ea"/>
              </a:rPr>
              <a:t>microRNA</a:t>
            </a:r>
            <a:r>
              <a:rPr lang="zh-CN" altLang="en-US" sz="1800" dirty="0">
                <a:sym typeface="+mn-ea"/>
              </a:rPr>
              <a:t>的数据库搭建，其他四个都不是黄教授的一作，为一些具体的实操和实验的的项目，包括</a:t>
            </a:r>
            <a:r>
              <a:rPr lang="en-US" altLang="zh-CN" sz="1800" dirty="0">
                <a:sym typeface="+mn-ea"/>
              </a:rPr>
              <a:t>sRNA, GNMT-miR-224</a:t>
            </a:r>
            <a:r>
              <a:rPr lang="zh-CN" altLang="en-US" sz="1800" dirty="0">
                <a:sym typeface="+mn-ea"/>
              </a:rPr>
              <a:t>、</a:t>
            </a:r>
            <a:r>
              <a:rPr lang="en-US" altLang="zh-CN" sz="1800" dirty="0">
                <a:sym typeface="+mn-ea"/>
              </a:rPr>
              <a:t>CPR-FFL, </a:t>
            </a:r>
            <a:r>
              <a:rPr lang="en-US" altLang="zh-CN" sz="1800" dirty="0">
                <a:sym typeface="+mn-ea"/>
              </a:rPr>
              <a:t>ORCEL, </a:t>
            </a:r>
            <a:r>
              <a:rPr lang="zh-CN" altLang="en-US" sz="1800" dirty="0">
                <a:sym typeface="+mn-ea"/>
              </a:rPr>
              <a:t>可用于补充大型的</a:t>
            </a:r>
            <a:r>
              <a:rPr lang="en-US" altLang="zh-CN" sz="1800" dirty="0">
                <a:sym typeface="+mn-ea"/>
              </a:rPr>
              <a:t>microRNA</a:t>
            </a:r>
            <a:r>
              <a:rPr lang="zh-CN" altLang="en-US" sz="1800" dirty="0">
                <a:sym typeface="+mn-ea"/>
              </a:rPr>
              <a:t>工作数据库的辅助，但有部分实验较难理解，涉及专业领域太多。</a:t>
            </a:r>
            <a:br>
              <a:rPr lang="zh-CN" altLang="en-US" sz="1800" dirty="0">
                <a:sym typeface="+mn-ea"/>
              </a:rPr>
            </a:br>
            <a:r>
              <a:rPr lang="en-US" altLang="zh-CN" sz="1800" dirty="0">
                <a:sym typeface="+mn-ea"/>
              </a:rPr>
              <a:t>	</a:t>
            </a:r>
            <a:r>
              <a:rPr lang="zh-CN" altLang="en-US" sz="1800" dirty="0">
                <a:sym typeface="+mn-ea"/>
              </a:rPr>
              <a:t>后续将着重黄教授的一作论文：包括</a:t>
            </a:r>
            <a:r>
              <a:rPr lang="en-US" altLang="zh-CN" sz="1800" dirty="0">
                <a:sym typeface="+mn-ea"/>
              </a:rPr>
              <a:t>microRNA</a:t>
            </a:r>
            <a:r>
              <a:rPr lang="zh-CN" altLang="en-US" sz="1800" dirty="0">
                <a:sym typeface="+mn-ea"/>
              </a:rPr>
              <a:t>数据库的构建和更新，机器学习在生物信息工程环境下的训练的方法</a:t>
            </a:r>
            <a:r>
              <a:rPr lang="zh-CN" altLang="en-US" sz="1800" dirty="0">
                <a:sym typeface="+mn-ea"/>
              </a:rPr>
              <a:t>模型和肝癌相关实验和模型</a:t>
            </a:r>
            <a:r>
              <a:rPr lang="zh-CN" altLang="en-US" sz="1800" dirty="0">
                <a:sym typeface="+mn-ea"/>
              </a:rPr>
              <a:t>论文。</a:t>
            </a:r>
            <a:endParaRPr lang="zh-CN" altLang="en-US" sz="1800" dirty="0">
              <a:sym typeface="+mn-ea"/>
            </a:endParaRPr>
          </a:p>
        </p:txBody>
      </p:sp>
      <p:sp>
        <p:nvSpPr>
          <p:cNvPr id="6" name="节编号"/>
          <p:cNvSpPr>
            <a:spLocks noGrp="1"/>
          </p:cNvSpPr>
          <p:nvPr>
            <p:ph type="body" sz="quarter" idx="13"/>
            <p:custDataLst>
              <p:tags r:id="rId2"/>
            </p:custDataLst>
          </p:nvPr>
        </p:nvSpPr>
        <p:spPr>
          <a:xfrm>
            <a:off x="10270349" y="2560320"/>
            <a:ext cx="1632479" cy="1869606"/>
          </a:xfrm>
        </p:spPr>
        <p:txBody>
          <a:bodyPr/>
          <a:lstStyle/>
          <a:p>
            <a:r>
              <a:rPr lang="en-US" altLang="zh-CN" dirty="0">
                <a:solidFill>
                  <a:schemeClr val="lt1">
                    <a:lumMod val="100000"/>
                  </a:schemeClr>
                </a:solidFill>
              </a:rPr>
              <a:t>01</a:t>
            </a:r>
            <a:endParaRPr lang="zh-CN" altLang="en-US" dirty="0">
              <a:solidFill>
                <a:schemeClr val="lt1">
                  <a:lumMod val="100000"/>
                </a:schemeClr>
              </a:solidFill>
            </a:endParaRPr>
          </a:p>
        </p:txBody>
      </p:sp>
    </p:spTree>
    <p:custDataLst>
      <p:tags r:id="rId3"/>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1"/>
            </p:custDataLst>
          </p:nvPr>
        </p:nvSpPr>
        <p:spPr>
          <a:xfrm>
            <a:off x="1581138" y="2858211"/>
            <a:ext cx="6603643" cy="2950320"/>
          </a:xfrm>
        </p:spPr>
        <p:txBody>
          <a:bodyPr/>
          <a:lstStyle/>
          <a:p>
            <a:r>
              <a:rPr lang="zh-CN" altLang="en-US" spc="300" dirty="0">
                <a:solidFill>
                  <a:schemeClr val="tx1">
                    <a:lumMod val="85000"/>
                    <a:lumOff val="15000"/>
                  </a:schemeClr>
                </a:solidFill>
                <a:latin typeface="+mj-ea"/>
                <a:sym typeface="+mn-ea"/>
              </a:rPr>
              <a:t>特异性粗读</a:t>
            </a:r>
            <a:endParaRPr lang="zh-CN" altLang="en-US" dirty="0"/>
          </a:p>
        </p:txBody>
      </p:sp>
      <p:sp>
        <p:nvSpPr>
          <p:cNvPr id="6" name="节编号"/>
          <p:cNvSpPr>
            <a:spLocks noGrp="1"/>
          </p:cNvSpPr>
          <p:nvPr>
            <p:ph type="body" sz="quarter" idx="13"/>
            <p:custDataLst>
              <p:tags r:id="rId2"/>
            </p:custDataLst>
          </p:nvPr>
        </p:nvSpPr>
        <p:spPr>
          <a:xfrm>
            <a:off x="10270349" y="2560320"/>
            <a:ext cx="1632479" cy="1869606"/>
          </a:xfrm>
        </p:spPr>
        <p:txBody>
          <a:bodyPr/>
          <a:lstStyle/>
          <a:p>
            <a:r>
              <a:rPr lang="en-US" altLang="zh-CN" dirty="0">
                <a:solidFill>
                  <a:schemeClr val="lt1">
                    <a:lumMod val="100000"/>
                  </a:schemeClr>
                </a:solidFill>
              </a:rPr>
              <a:t>02</a:t>
            </a:r>
            <a:endParaRPr lang="zh-CN" altLang="en-US" dirty="0">
              <a:solidFill>
                <a:schemeClr val="lt1">
                  <a:lumMod val="100000"/>
                </a:schemeClr>
              </a:solidFill>
            </a:endParaRPr>
          </a:p>
        </p:txBody>
      </p:sp>
    </p:spTree>
    <p:custDataLst>
      <p:tags r:id="rId3"/>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a:spLocks noGrp="1"/>
          </p:cNvSpPr>
          <p:nvPr>
            <p:ph type="title"/>
            <p:custDataLst>
              <p:tags r:id="rId1"/>
            </p:custDataLst>
          </p:nvPr>
        </p:nvSpPr>
        <p:spPr>
          <a:xfrm>
            <a:off x="838200" y="177800"/>
            <a:ext cx="10697845" cy="1209040"/>
          </a:xfrm>
        </p:spPr>
        <p:txBody>
          <a:bodyPr>
            <a:normAutofit/>
          </a:bodyPr>
          <a:lstStyle/>
          <a:p>
            <a:r>
              <a:rPr lang="en-US" altLang="zh-CN" dirty="0"/>
              <a:t>miRTarBase update 2018: a resource for experimentally validated microRNA-target interactions</a:t>
            </a:r>
            <a:endParaRPr lang="en-US" altLang="zh-CN" dirty="0"/>
          </a:p>
        </p:txBody>
      </p:sp>
      <p:sp>
        <p:nvSpPr>
          <p:cNvPr id="3" name="正文"/>
          <p:cNvSpPr>
            <a:spLocks noGrp="1"/>
          </p:cNvSpPr>
          <p:nvPr>
            <p:ph idx="1"/>
            <p:custDataLst>
              <p:tags r:id="rId2"/>
            </p:custDataLst>
          </p:nvPr>
        </p:nvSpPr>
        <p:spPr>
          <a:xfrm>
            <a:off x="838200" y="2157730"/>
            <a:ext cx="10515600" cy="4255135"/>
          </a:xfrm>
        </p:spPr>
        <p:txBody>
          <a:bodyPr>
            <a:normAutofit/>
          </a:bodyPr>
          <a:lstStyle/>
          <a:p>
            <a:pPr lvl="1"/>
            <a:r>
              <a:rPr lang="en-US" altLang="zh-CN" sz="2000" b="1" dirty="0">
                <a:sym typeface="+mn-ea"/>
              </a:rPr>
              <a:t>Abstract: </a:t>
            </a:r>
            <a:r>
              <a:rPr lang="en-US" altLang="zh-CN" sz="2000" dirty="0">
                <a:sym typeface="+mn-ea"/>
              </a:rPr>
              <a:t>Update miTarBase database, organize 422517 samples for MTIs, </a:t>
            </a:r>
            <a:r>
              <a:rPr lang="en-US" altLang="zh-CN" sz="2000" dirty="0"/>
              <a:t>Newly added functions include target site download, machine learning feature extraction, and diversified browsing.</a:t>
            </a:r>
            <a:endParaRPr lang="en-US" altLang="zh-CN" sz="2000" dirty="0"/>
          </a:p>
          <a:p>
            <a:pPr lvl="1"/>
            <a:r>
              <a:rPr lang="en-US" altLang="zh-CN" sz="2000" b="1" dirty="0">
                <a:sym typeface="+mn-ea"/>
              </a:rPr>
              <a:t>Method: </a:t>
            </a:r>
            <a:r>
              <a:rPr lang="en-US" altLang="zh-CN" sz="2000" dirty="0"/>
              <a:t>8500 documents</a:t>
            </a:r>
            <a:endParaRPr lang="en-US" altLang="zh-CN" sz="2000" dirty="0"/>
          </a:p>
          <a:p>
            <a:pPr lvl="1"/>
            <a:r>
              <a:rPr lang="en-US" altLang="zh-CN" sz="2000" b="1" dirty="0">
                <a:sym typeface="+mn-ea"/>
              </a:rPr>
              <a:t>Aim:</a:t>
            </a:r>
            <a:r>
              <a:rPr lang="en-US" altLang="zh-CN" sz="2000" dirty="0">
                <a:sym typeface="+mn-ea"/>
              </a:rPr>
              <a:t> Provide a more accurate miRNAdatabase to improve the accuracy of related tools</a:t>
            </a:r>
            <a:endParaRPr lang="en-US" altLang="zh-CN" sz="2000" dirty="0">
              <a:sym typeface="+mn-ea"/>
            </a:endParaRPr>
          </a:p>
          <a:p>
            <a:pPr lvl="1"/>
            <a:r>
              <a:rPr lang="en-US" altLang="zh-CN" sz="2000" b="1" dirty="0">
                <a:sym typeface="+mn-ea"/>
              </a:rPr>
              <a:t>Solved Problem: </a:t>
            </a:r>
            <a:r>
              <a:rPr lang="en-US" altLang="zh-CN" sz="2000" dirty="0">
                <a:sym typeface="+mn-ea"/>
              </a:rPr>
              <a:t>not enough data and data training for </a:t>
            </a:r>
            <a:r>
              <a:rPr lang="en-US" altLang="zh-CN" sz="2000" dirty="0">
                <a:sym typeface="+mn-ea"/>
              </a:rPr>
              <a:t> MTIs</a:t>
            </a:r>
            <a:endParaRPr lang="en-US" altLang="zh-CN" sz="2000" dirty="0"/>
          </a:p>
          <a:p>
            <a:pPr lvl="1"/>
            <a:r>
              <a:rPr lang="en-US" altLang="zh-CN" sz="2000" b="1" dirty="0">
                <a:sym typeface="+mn-ea"/>
              </a:rPr>
              <a:t>Important Word:</a:t>
            </a:r>
            <a:endParaRPr lang="en-US" altLang="zh-CN" sz="2000" b="1" dirty="0">
              <a:sym typeface="+mn-ea"/>
            </a:endParaRPr>
          </a:p>
          <a:p>
            <a:pPr lvl="2"/>
            <a:r>
              <a:rPr lang="en-US" altLang="zh-CN" sz="2000" dirty="0">
                <a:sym typeface="+mn-ea"/>
              </a:rPr>
              <a:t>MTIs:</a:t>
            </a:r>
            <a:r>
              <a:rPr lang="zh-CN" altLang="en-US" sz="2000" dirty="0">
                <a:sym typeface="+mn-ea"/>
              </a:rPr>
              <a:t>微小核苷酸</a:t>
            </a:r>
            <a:r>
              <a:rPr lang="en-US" altLang="zh-CN" sz="2000" dirty="0">
                <a:sym typeface="+mn-ea"/>
              </a:rPr>
              <a:t>-</a:t>
            </a:r>
            <a:r>
              <a:rPr lang="zh-CN" altLang="en-US" sz="2000" dirty="0">
                <a:sym typeface="+mn-ea"/>
              </a:rPr>
              <a:t>靶标相互作用</a:t>
            </a:r>
            <a:endParaRPr lang="zh-CN" altLang="en-US" sz="2000" dirty="0"/>
          </a:p>
          <a:p>
            <a:pPr lvl="2"/>
            <a:r>
              <a:rPr lang="en-US" altLang="zh-CN" sz="2000" dirty="0">
                <a:sym typeface="+mn-ea"/>
              </a:rPr>
              <a:t>target site sequence: </a:t>
            </a:r>
            <a:r>
              <a:rPr lang="zh-CN" altLang="en-US" sz="2000" dirty="0">
                <a:sym typeface="+mn-ea"/>
              </a:rPr>
              <a:t>靶向位点序列</a:t>
            </a:r>
            <a:endParaRPr lang="zh-CN" altLang="en-US" sz="2000" dirty="0">
              <a:sym typeface="+mn-ea"/>
            </a:endParaRPr>
          </a:p>
          <a:p>
            <a:pPr lvl="2"/>
            <a:endParaRPr lang="en-US" altLang="zh-CN" sz="2000" b="1" dirty="0">
              <a:sym typeface="+mn-ea"/>
            </a:endParaRPr>
          </a:p>
        </p:txBody>
      </p:sp>
      <p:sp>
        <p:nvSpPr>
          <p:cNvPr id="6" name="正文"/>
          <p:cNvSpPr>
            <a:spLocks noGrp="1"/>
          </p:cNvSpPr>
          <p:nvPr>
            <p:custDataLst>
              <p:tags r:id="rId3"/>
            </p:custDataLst>
          </p:nvPr>
        </p:nvSpPr>
        <p:spPr>
          <a:xfrm>
            <a:off x="838200" y="1386840"/>
            <a:ext cx="10515600" cy="770890"/>
          </a:xfrm>
          <a:prstGeom prst="rect">
            <a:avLst/>
          </a:prstGeom>
        </p:spPr>
        <p:txBody>
          <a:bodyPr vert="horz" lIns="0" tIns="0" rIns="0" bIns="0" rtlCol="0">
            <a:noAutofit/>
          </a:bodyPr>
          <a:lstStyle>
            <a:lvl1pPr marL="228600" indent="-228600" algn="l" defTabSz="914400" rtl="0" eaLnBrk="1" latinLnBrk="0" hangingPunct="1">
              <a:lnSpc>
                <a:spcPct val="130000"/>
              </a:lnSpc>
              <a:spcBef>
                <a:spcPts val="1000"/>
              </a:spcBef>
              <a:buFont typeface="Arial" panose="020B0604020202020204" pitchFamily="34" charset="0"/>
              <a:buChar char="•"/>
              <a:defRPr sz="18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altLang="zh-CN" dirty="0">
                <a:sym typeface="+mn-ea"/>
              </a:rPr>
              <a:t>Chih-Hung Chou1,2,†, Sirjana Shrestha2,†. D296–D302 Nucleic Acids Research, 2018, Vol. 46, Database issue, cited by 1880, 2018</a:t>
            </a:r>
            <a:endParaRPr lang="en-US" altLang="zh-CN" dirty="0">
              <a:sym typeface="+mn-ea"/>
            </a:endParaRPr>
          </a:p>
        </p:txBody>
      </p:sp>
    </p:spTree>
    <p:custDataLst>
      <p:tags r:id="rId4"/>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pic>
        <p:nvPicPr>
          <p:cNvPr id="4" name="内容占位符 3"/>
          <p:cNvPicPr>
            <a:picLocks noChangeAspect="1"/>
          </p:cNvPicPr>
          <p:nvPr>
            <p:ph idx="1"/>
            <p:custDataLst>
              <p:tags r:id="rId2"/>
            </p:custDataLst>
          </p:nvPr>
        </p:nvPicPr>
        <p:blipFill>
          <a:blip r:embed="rId3"/>
          <a:stretch>
            <a:fillRect/>
          </a:stretch>
        </p:blipFill>
        <p:spPr>
          <a:xfrm>
            <a:off x="1699895" y="360045"/>
            <a:ext cx="8792845" cy="5765800"/>
          </a:xfrm>
          <a:prstGeom prst="rect">
            <a:avLst/>
          </a:prstGeom>
        </p:spPr>
      </p:pic>
    </p:spTree>
    <p:custDataLst>
      <p:tags r:id="rId4"/>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a:spLocks noGrp="1"/>
          </p:cNvSpPr>
          <p:nvPr>
            <p:ph type="title"/>
            <p:custDataLst>
              <p:tags r:id="rId1"/>
            </p:custDataLst>
          </p:nvPr>
        </p:nvSpPr>
        <p:spPr>
          <a:xfrm>
            <a:off x="838200" y="177800"/>
            <a:ext cx="10697845" cy="1209040"/>
          </a:xfrm>
        </p:spPr>
        <p:txBody>
          <a:bodyPr>
            <a:normAutofit/>
          </a:bodyPr>
          <a:lstStyle/>
          <a:p>
            <a:r>
              <a:rPr lang="en-US" altLang="zh-CN" dirty="0"/>
              <a:t>miRTarBase: a database curates experimentally validated microRNA–target interactions</a:t>
            </a:r>
            <a:endParaRPr lang="en-US" altLang="zh-CN" dirty="0"/>
          </a:p>
        </p:txBody>
      </p:sp>
      <p:sp>
        <p:nvSpPr>
          <p:cNvPr id="3" name="正文"/>
          <p:cNvSpPr>
            <a:spLocks noGrp="1"/>
          </p:cNvSpPr>
          <p:nvPr>
            <p:ph idx="1"/>
            <p:custDataLst>
              <p:tags r:id="rId2"/>
            </p:custDataLst>
          </p:nvPr>
        </p:nvSpPr>
        <p:spPr>
          <a:xfrm>
            <a:off x="838200" y="2068195"/>
            <a:ext cx="10515600" cy="4255135"/>
          </a:xfrm>
        </p:spPr>
        <p:txBody>
          <a:bodyPr>
            <a:normAutofit lnSpcReduction="20000"/>
          </a:bodyPr>
          <a:lstStyle/>
          <a:p>
            <a:pPr lvl="1"/>
            <a:r>
              <a:rPr lang="en-US" altLang="zh-CN" sz="2000" b="1" dirty="0">
                <a:sym typeface="+mn-ea"/>
              </a:rPr>
              <a:t>Abstract: </a:t>
            </a:r>
            <a:r>
              <a:rPr lang="en-US" altLang="zh-CN" sz="2000" dirty="0"/>
              <a:t>Includes 3576 MTIs from 17 species</a:t>
            </a:r>
            <a:endParaRPr lang="en-US" altLang="zh-CN" sz="2000" dirty="0"/>
          </a:p>
          <a:p>
            <a:pPr lvl="1"/>
            <a:r>
              <a:rPr lang="en-US" altLang="zh-CN" sz="2000" b="1" dirty="0">
                <a:sym typeface="+mn-ea"/>
              </a:rPr>
              <a:t>Method</a:t>
            </a:r>
            <a:r>
              <a:rPr lang="en-US" altLang="zh-CN" sz="2000" dirty="0">
                <a:sym typeface="+mn-ea"/>
              </a:rPr>
              <a:t>: Using the</a:t>
            </a:r>
            <a:r>
              <a:rPr lang="en-US" altLang="zh-CN" sz="2000" dirty="0"/>
              <a:t> system data to find special articles and verifies the data through experiments.</a:t>
            </a:r>
            <a:endParaRPr lang="en-US" altLang="zh-CN" sz="2000" dirty="0"/>
          </a:p>
          <a:p>
            <a:pPr lvl="1"/>
            <a:r>
              <a:rPr lang="en-US" altLang="zh-CN" sz="2000" b="1" dirty="0">
                <a:sym typeface="+mn-ea"/>
              </a:rPr>
              <a:t>Aim: </a:t>
            </a:r>
            <a:r>
              <a:rPr lang="en-US" altLang="zh-CN" sz="2000" dirty="0">
                <a:sym typeface="+mn-ea"/>
              </a:rPr>
              <a:t>Construct a miRTarBase database with abundant data and experimentally verified information</a:t>
            </a:r>
            <a:endParaRPr lang="en-US" altLang="zh-CN" sz="2000" b="1" dirty="0">
              <a:sym typeface="+mn-ea"/>
            </a:endParaRPr>
          </a:p>
          <a:p>
            <a:pPr lvl="1"/>
            <a:r>
              <a:rPr lang="en-US" altLang="zh-CN" sz="2000" b="1" dirty="0">
                <a:sym typeface="+mn-ea"/>
              </a:rPr>
              <a:t>solved Problems: </a:t>
            </a:r>
            <a:r>
              <a:rPr lang="en-US" altLang="zh-CN" sz="2000" dirty="0"/>
              <a:t>The amount of relevant research data in similar databases is insufficient.</a:t>
            </a:r>
            <a:endParaRPr lang="en-US" altLang="zh-CN" sz="2000" dirty="0"/>
          </a:p>
          <a:p>
            <a:pPr lvl="1"/>
            <a:r>
              <a:rPr lang="en-US" altLang="zh-CN" sz="2000" b="1" dirty="0">
                <a:sym typeface="+mn-ea"/>
              </a:rPr>
              <a:t>Important Word:</a:t>
            </a:r>
            <a:endParaRPr lang="en-US" altLang="zh-CN" sz="2000" b="1" dirty="0">
              <a:sym typeface="+mn-ea"/>
            </a:endParaRPr>
          </a:p>
          <a:p>
            <a:pPr lvl="2"/>
            <a:r>
              <a:rPr lang="en-US" altLang="zh-CN" sz="2000" dirty="0">
                <a:sym typeface="+mn-ea"/>
              </a:rPr>
              <a:t>MTIs</a:t>
            </a:r>
            <a:r>
              <a:rPr lang="en-US" altLang="zh-CN" sz="2000" dirty="0">
                <a:sym typeface="+mn-ea"/>
              </a:rPr>
              <a:t>:</a:t>
            </a:r>
            <a:r>
              <a:rPr lang="zh-CN" altLang="en-US" sz="2000" dirty="0">
                <a:sym typeface="+mn-ea"/>
              </a:rPr>
              <a:t>微小核苷酸</a:t>
            </a:r>
            <a:r>
              <a:rPr lang="en-US" altLang="zh-CN" sz="2000" dirty="0">
                <a:sym typeface="+mn-ea"/>
              </a:rPr>
              <a:t>-</a:t>
            </a:r>
            <a:r>
              <a:rPr lang="zh-CN" altLang="en-US" sz="2000" dirty="0">
                <a:sym typeface="+mn-ea"/>
              </a:rPr>
              <a:t>靶标相互作用</a:t>
            </a:r>
            <a:r>
              <a:rPr lang="en-US" altLang="zh-CN" sz="2000" dirty="0">
                <a:sym typeface="+mn-ea"/>
              </a:rPr>
              <a:t>, </a:t>
            </a:r>
            <a:r>
              <a:rPr lang="zh-CN" altLang="en-US" sz="2000" dirty="0">
                <a:sym typeface="+mn-ea"/>
              </a:rPr>
              <a:t>指</a:t>
            </a:r>
            <a:r>
              <a:rPr lang="en-US" altLang="zh-CN" sz="2000" dirty="0">
                <a:sym typeface="+mn-ea"/>
              </a:rPr>
              <a:t> miRNA </a:t>
            </a:r>
            <a:r>
              <a:rPr lang="zh-CN" altLang="en-US" sz="2000" dirty="0">
                <a:sym typeface="+mn-ea"/>
              </a:rPr>
              <a:t>通过碱基互补配对的方式，结合到靶基因的信使</a:t>
            </a:r>
            <a:r>
              <a:rPr lang="en-US" altLang="zh-CN" sz="2000" dirty="0">
                <a:sym typeface="+mn-ea"/>
              </a:rPr>
              <a:t> RNA</a:t>
            </a:r>
            <a:r>
              <a:rPr lang="zh-CN" altLang="en-US" sz="2000" dirty="0">
                <a:sym typeface="+mn-ea"/>
              </a:rPr>
              <a:t>（</a:t>
            </a:r>
            <a:r>
              <a:rPr lang="en-US" altLang="zh-CN" sz="2000" dirty="0">
                <a:sym typeface="+mn-ea"/>
              </a:rPr>
              <a:t>mRNA</a:t>
            </a:r>
            <a:r>
              <a:rPr lang="zh-CN" altLang="en-US" sz="2000" dirty="0">
                <a:sym typeface="+mn-ea"/>
              </a:rPr>
              <a:t>）上（主要结合位点为</a:t>
            </a:r>
            <a:r>
              <a:rPr lang="en-US" altLang="zh-CN" sz="2000" dirty="0">
                <a:sym typeface="+mn-ea"/>
              </a:rPr>
              <a:t> mRNA </a:t>
            </a:r>
            <a:r>
              <a:rPr lang="zh-CN" altLang="en-US" sz="2000" dirty="0">
                <a:sym typeface="+mn-ea"/>
              </a:rPr>
              <a:t>的</a:t>
            </a:r>
            <a:r>
              <a:rPr lang="en-US" altLang="zh-CN" sz="2000" dirty="0">
                <a:sym typeface="+mn-ea"/>
              </a:rPr>
              <a:t> 3' </a:t>
            </a:r>
            <a:r>
              <a:rPr lang="zh-CN" altLang="en-US" sz="2000" dirty="0">
                <a:sym typeface="+mn-ea"/>
              </a:rPr>
              <a:t>非编码区，即</a:t>
            </a:r>
            <a:r>
              <a:rPr lang="en-US" altLang="zh-CN" sz="2000" dirty="0">
                <a:sym typeface="+mn-ea"/>
              </a:rPr>
              <a:t> 3'UTR</a:t>
            </a:r>
            <a:r>
              <a:rPr lang="zh-CN" altLang="en-US" sz="2000" dirty="0">
                <a:sym typeface="+mn-ea"/>
              </a:rPr>
              <a:t>，少数在</a:t>
            </a:r>
            <a:r>
              <a:rPr lang="en-US" altLang="zh-CN" sz="2000" dirty="0">
                <a:sym typeface="+mn-ea"/>
              </a:rPr>
              <a:t> 5'UTR </a:t>
            </a:r>
            <a:r>
              <a:rPr lang="zh-CN" altLang="en-US" sz="2000" dirty="0">
                <a:sym typeface="+mn-ea"/>
              </a:rPr>
              <a:t>或编码区），进而在转录后水平对靶基因的表达进行负调控的分子相互作用关系，是</a:t>
            </a:r>
            <a:r>
              <a:rPr lang="en-US" altLang="zh-CN" sz="2000" dirty="0">
                <a:sym typeface="+mn-ea"/>
              </a:rPr>
              <a:t> miRNA </a:t>
            </a:r>
            <a:r>
              <a:rPr lang="zh-CN" altLang="en-US" sz="2000" dirty="0">
                <a:sym typeface="+mn-ea"/>
              </a:rPr>
              <a:t>实现对细胞生命活动调控的唯一途径。</a:t>
            </a:r>
            <a:endParaRPr lang="zh-CN" altLang="en-US" sz="2000" dirty="0">
              <a:sym typeface="+mn-ea"/>
            </a:endParaRPr>
          </a:p>
        </p:txBody>
      </p:sp>
      <p:sp>
        <p:nvSpPr>
          <p:cNvPr id="6" name="正文"/>
          <p:cNvSpPr>
            <a:spLocks noGrp="1"/>
          </p:cNvSpPr>
          <p:nvPr>
            <p:custDataLst>
              <p:tags r:id="rId3"/>
            </p:custDataLst>
          </p:nvPr>
        </p:nvSpPr>
        <p:spPr>
          <a:xfrm>
            <a:off x="838200" y="1386840"/>
            <a:ext cx="10515600" cy="602615"/>
          </a:xfrm>
          <a:prstGeom prst="rect">
            <a:avLst/>
          </a:prstGeom>
        </p:spPr>
        <p:txBody>
          <a:bodyPr vert="horz" lIns="0" tIns="0" rIns="0" bIns="0" rtlCol="0">
            <a:noAutofit/>
          </a:bodyPr>
          <a:lstStyle>
            <a:lvl1pPr marL="228600" indent="-228600" algn="l" defTabSz="914400" rtl="0" eaLnBrk="1" latinLnBrk="0" hangingPunct="1">
              <a:lnSpc>
                <a:spcPct val="130000"/>
              </a:lnSpc>
              <a:spcBef>
                <a:spcPts val="1000"/>
              </a:spcBef>
              <a:buFont typeface="Arial" panose="020B0604020202020204" pitchFamily="34" charset="0"/>
              <a:buChar char="•"/>
              <a:defRPr sz="18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altLang="zh-CN" sz="1700" dirty="0">
                <a:sym typeface="+mn-ea"/>
              </a:rPr>
              <a:t>Sheng-Da Hsu1, Feng-Mao Lin1, Wei-Yun Wu1, Chao Liang1, Wei-Chih Huang1, Nucleic Acids Research, 2011, Vol. 39, Database issue D163–D169,Cited by 1607, 2011</a:t>
            </a:r>
            <a:endParaRPr lang="en-US" altLang="zh-CN" sz="1700" dirty="0">
              <a:sym typeface="+mn-ea"/>
            </a:endParaRPr>
          </a:p>
        </p:txBody>
      </p:sp>
    </p:spTree>
    <p:custDataLst>
      <p:tags r:id="rId4"/>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pic>
        <p:nvPicPr>
          <p:cNvPr id="4" name="内容占位符 3"/>
          <p:cNvPicPr>
            <a:picLocks noChangeAspect="1"/>
          </p:cNvPicPr>
          <p:nvPr>
            <p:ph idx="1"/>
            <p:custDataLst>
              <p:tags r:id="rId2"/>
            </p:custDataLst>
          </p:nvPr>
        </p:nvPicPr>
        <p:blipFill>
          <a:blip r:embed="rId3"/>
          <a:stretch>
            <a:fillRect/>
          </a:stretch>
        </p:blipFill>
        <p:spPr>
          <a:xfrm>
            <a:off x="974090" y="360045"/>
            <a:ext cx="9632950" cy="5793105"/>
          </a:xfrm>
          <a:prstGeom prst="rect">
            <a:avLst/>
          </a:prstGeom>
        </p:spPr>
      </p:pic>
    </p:spTree>
    <p:custDataLst>
      <p:tags r:id="rId4"/>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a:spLocks noGrp="1"/>
          </p:cNvSpPr>
          <p:nvPr>
            <p:ph type="title"/>
            <p:custDataLst>
              <p:tags r:id="rId1"/>
            </p:custDataLst>
          </p:nvPr>
        </p:nvSpPr>
        <p:spPr>
          <a:xfrm>
            <a:off x="838200" y="177800"/>
            <a:ext cx="10697845" cy="1209040"/>
          </a:xfrm>
        </p:spPr>
        <p:txBody>
          <a:bodyPr>
            <a:normAutofit/>
          </a:bodyPr>
          <a:lstStyle/>
          <a:p>
            <a:r>
              <a:rPr lang="en-US" altLang="zh-CN" dirty="0"/>
              <a:t>Fungal Small RNAs Suppress Plant Immunity by Hijacking Host RNA Interference Pathways</a:t>
            </a:r>
            <a:endParaRPr lang="en-US" altLang="zh-CN" dirty="0"/>
          </a:p>
        </p:txBody>
      </p:sp>
      <p:sp>
        <p:nvSpPr>
          <p:cNvPr id="3" name="正文"/>
          <p:cNvSpPr>
            <a:spLocks noGrp="1"/>
          </p:cNvSpPr>
          <p:nvPr>
            <p:ph idx="1"/>
            <p:custDataLst>
              <p:tags r:id="rId2"/>
            </p:custDataLst>
          </p:nvPr>
        </p:nvSpPr>
        <p:spPr>
          <a:xfrm>
            <a:off x="838200" y="2068195"/>
            <a:ext cx="10515600" cy="4255135"/>
          </a:xfrm>
        </p:spPr>
        <p:txBody>
          <a:bodyPr>
            <a:normAutofit lnSpcReduction="20000"/>
          </a:bodyPr>
          <a:lstStyle/>
          <a:p>
            <a:pPr lvl="1"/>
            <a:r>
              <a:rPr lang="en-US" altLang="zh-CN" sz="2000" b="1" dirty="0">
                <a:sym typeface="+mn-ea"/>
              </a:rPr>
              <a:t>Abstract: </a:t>
            </a:r>
            <a:r>
              <a:rPr lang="en-US" altLang="zh-CN" sz="2000" dirty="0">
                <a:sym typeface="+mn-ea"/>
              </a:rPr>
              <a:t>Prove small RNAs secreted by Botrytis cinerea can cilent plant immune genes.</a:t>
            </a:r>
            <a:endParaRPr lang="en-US" altLang="zh-CN" sz="2000" dirty="0">
              <a:sym typeface="+mn-ea"/>
            </a:endParaRPr>
          </a:p>
          <a:p>
            <a:pPr lvl="1"/>
            <a:r>
              <a:rPr lang="en-US" altLang="zh-CN" sz="2000" b="1" dirty="0">
                <a:sym typeface="+mn-ea"/>
              </a:rPr>
              <a:t>Method</a:t>
            </a:r>
            <a:r>
              <a:rPr lang="en-US" altLang="zh-CN" sz="2000" dirty="0">
                <a:sym typeface="+mn-ea"/>
              </a:rPr>
              <a:t>: Construct Arabidopsis ago1 mutants(</a:t>
            </a:r>
            <a:r>
              <a:rPr lang="zh-CN" altLang="en-US" sz="2000" dirty="0">
                <a:sym typeface="+mn-ea"/>
              </a:rPr>
              <a:t>突变体</a:t>
            </a:r>
            <a:r>
              <a:rPr lang="en-US" altLang="zh-CN" sz="2000" dirty="0">
                <a:sym typeface="+mn-ea"/>
              </a:rPr>
              <a:t>) and Botrytis cinerea dcl1 dcl2 double mutants, and verify the pathogenic regulatory function(</a:t>
            </a:r>
            <a:r>
              <a:rPr lang="zh-CN" altLang="en-US" sz="2000" dirty="0">
                <a:sym typeface="+mn-ea"/>
              </a:rPr>
              <a:t>治病调控功能）</a:t>
            </a:r>
            <a:r>
              <a:rPr lang="en-US" altLang="zh-CN" sz="2000" dirty="0">
                <a:sym typeface="+mn-ea"/>
              </a:rPr>
              <a:t> of Bc-sRNAs through molecular interaction detection.</a:t>
            </a:r>
            <a:endParaRPr lang="en-US" altLang="zh-CN" sz="2000" dirty="0">
              <a:sym typeface="+mn-ea"/>
            </a:endParaRPr>
          </a:p>
          <a:p>
            <a:pPr lvl="1"/>
            <a:r>
              <a:rPr lang="en-US" altLang="zh-CN" sz="2000" b="1" dirty="0">
                <a:sym typeface="+mn-ea"/>
              </a:rPr>
              <a:t>Aim: </a:t>
            </a:r>
            <a:r>
              <a:rPr lang="en-US" altLang="zh-CN" sz="2000" dirty="0">
                <a:sym typeface="+mn-ea"/>
              </a:rPr>
              <a:t>Research how small RNA influent other plants’ immune mechanism by sRNA robs RNAi system in the plants, whtich cause suppress immunity.</a:t>
            </a:r>
            <a:endParaRPr lang="en-US" altLang="zh-CN" sz="2000" dirty="0">
              <a:sym typeface="+mn-ea"/>
            </a:endParaRPr>
          </a:p>
          <a:p>
            <a:pPr lvl="1"/>
            <a:r>
              <a:rPr lang="en-US" altLang="zh-CN" sz="2000" b="1" dirty="0">
                <a:sym typeface="+mn-ea"/>
              </a:rPr>
              <a:t>solved Problems: </a:t>
            </a:r>
            <a:r>
              <a:rPr lang="en-US" altLang="zh-CN" sz="2000" dirty="0">
                <a:sym typeface="+mn-ea"/>
              </a:rPr>
              <a:t>Find a new method to Regulate host gene expression</a:t>
            </a:r>
            <a:endParaRPr lang="en-US" altLang="zh-CN" sz="2000" dirty="0">
              <a:sym typeface="+mn-ea"/>
            </a:endParaRPr>
          </a:p>
          <a:p>
            <a:pPr lvl="1"/>
            <a:r>
              <a:rPr lang="en-US" altLang="zh-CN" sz="2000" b="1" dirty="0">
                <a:sym typeface="+mn-ea"/>
              </a:rPr>
              <a:t>Important Word:</a:t>
            </a:r>
            <a:endParaRPr lang="en-US" altLang="zh-CN" sz="2000" b="1" dirty="0">
              <a:sym typeface="+mn-ea"/>
            </a:endParaRPr>
          </a:p>
          <a:p>
            <a:pPr lvl="2"/>
            <a:r>
              <a:rPr lang="en-US" altLang="zh-CN" sz="2000" dirty="0">
                <a:sym typeface="+mn-ea"/>
              </a:rPr>
              <a:t>Bc-sRNAs</a:t>
            </a:r>
            <a:r>
              <a:rPr lang="zh-CN" altLang="en-US" sz="2000" b="1" dirty="0">
                <a:sym typeface="+mn-ea"/>
              </a:rPr>
              <a:t>：</a:t>
            </a:r>
            <a:r>
              <a:rPr lang="zh-CN" altLang="en-US" sz="2000" dirty="0">
                <a:sym typeface="+mn-ea"/>
              </a:rPr>
              <a:t>灰葡萄孢产生的致病性小</a:t>
            </a:r>
            <a:r>
              <a:rPr lang="en-US" altLang="zh-CN" sz="2000" dirty="0">
                <a:sym typeface="+mn-ea"/>
              </a:rPr>
              <a:t> RNA</a:t>
            </a:r>
            <a:r>
              <a:rPr lang="zh-CN" altLang="en-US" sz="2000" dirty="0">
                <a:sym typeface="+mn-ea"/>
              </a:rPr>
              <a:t>，可劫持植物</a:t>
            </a:r>
            <a:r>
              <a:rPr lang="en-US" altLang="zh-CN" sz="2000" dirty="0">
                <a:sym typeface="+mn-ea"/>
              </a:rPr>
              <a:t> RNAi </a:t>
            </a:r>
            <a:r>
              <a:rPr lang="zh-CN" altLang="en-US" sz="2000" dirty="0">
                <a:sym typeface="+mn-ea"/>
              </a:rPr>
              <a:t>系统、沉默宿主免疫基因，帮助真菌侵染致病。</a:t>
            </a:r>
            <a:endParaRPr lang="zh-CN" altLang="en-US" sz="2000" dirty="0">
              <a:sym typeface="+mn-ea"/>
            </a:endParaRPr>
          </a:p>
          <a:p>
            <a:pPr lvl="2"/>
            <a:r>
              <a:rPr lang="en-US" altLang="zh-CN" sz="2000" dirty="0">
                <a:sym typeface="+mn-ea"/>
              </a:rPr>
              <a:t>AGO1 </a:t>
            </a:r>
            <a:r>
              <a:rPr lang="zh-CN" altLang="en-US" sz="2000" dirty="0">
                <a:sym typeface="+mn-ea"/>
              </a:rPr>
              <a:t>蛋白：植物核心</a:t>
            </a:r>
            <a:r>
              <a:rPr lang="en-US" altLang="zh-CN" sz="2000" dirty="0">
                <a:sym typeface="+mn-ea"/>
              </a:rPr>
              <a:t> RNA </a:t>
            </a:r>
            <a:r>
              <a:rPr lang="zh-CN" altLang="en-US" sz="2000" dirty="0">
                <a:sym typeface="+mn-ea"/>
              </a:rPr>
              <a:t>干扰通路关键蛋白，可结合真菌</a:t>
            </a:r>
            <a:r>
              <a:rPr lang="en-US" altLang="zh-CN" sz="2000" dirty="0">
                <a:sym typeface="+mn-ea"/>
              </a:rPr>
              <a:t> Bc-sRNAs</a:t>
            </a:r>
            <a:r>
              <a:rPr lang="zh-CN" altLang="en-US" sz="2000" dirty="0">
                <a:sym typeface="+mn-ea"/>
              </a:rPr>
              <a:t>，介导宿主免疫基因沉默、助力病原菌侵染。</a:t>
            </a:r>
            <a:endParaRPr lang="zh-CN" altLang="en-US" sz="2000" dirty="0">
              <a:sym typeface="+mn-ea"/>
            </a:endParaRPr>
          </a:p>
          <a:p>
            <a:pPr lvl="2"/>
            <a:endParaRPr lang="en-US" altLang="zh-CN" sz="2000" b="1" dirty="0">
              <a:sym typeface="+mn-ea"/>
            </a:endParaRPr>
          </a:p>
          <a:p>
            <a:pPr lvl="2"/>
            <a:endParaRPr lang="zh-CN" altLang="en-US" sz="2000" dirty="0">
              <a:sym typeface="+mn-ea"/>
            </a:endParaRPr>
          </a:p>
        </p:txBody>
      </p:sp>
      <p:sp>
        <p:nvSpPr>
          <p:cNvPr id="6" name="正文"/>
          <p:cNvSpPr>
            <a:spLocks noGrp="1"/>
          </p:cNvSpPr>
          <p:nvPr>
            <p:custDataLst>
              <p:tags r:id="rId3"/>
            </p:custDataLst>
          </p:nvPr>
        </p:nvSpPr>
        <p:spPr>
          <a:xfrm>
            <a:off x="838200" y="1386840"/>
            <a:ext cx="10515600" cy="681355"/>
          </a:xfrm>
          <a:prstGeom prst="rect">
            <a:avLst/>
          </a:prstGeom>
        </p:spPr>
        <p:txBody>
          <a:bodyPr vert="horz" lIns="0" tIns="0" rIns="0" bIns="0" rtlCol="0">
            <a:noAutofit/>
          </a:bodyPr>
          <a:lstStyle>
            <a:lvl1pPr marL="228600" indent="-228600" algn="l" defTabSz="914400" rtl="0" eaLnBrk="1" latinLnBrk="0" hangingPunct="1">
              <a:lnSpc>
                <a:spcPct val="130000"/>
              </a:lnSpc>
              <a:spcBef>
                <a:spcPts val="1000"/>
              </a:spcBef>
              <a:buFont typeface="Arial" panose="020B0604020202020204" pitchFamily="34" charset="0"/>
              <a:buChar char="•"/>
              <a:defRPr sz="18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altLang="zh-CN" sz="1700" dirty="0">
                <a:sym typeface="+mn-ea"/>
              </a:rPr>
              <a:t>Science. 2013 October 4; 342(6154): 118–123. doi:10.1126/science.1239705</a:t>
            </a:r>
            <a:r>
              <a:rPr lang="zh-CN" altLang="en-US" sz="1700" dirty="0">
                <a:sym typeface="+mn-ea"/>
              </a:rPr>
              <a:t>，</a:t>
            </a:r>
            <a:r>
              <a:rPr lang="en-US" altLang="zh-CN" sz="1700" dirty="0">
                <a:sym typeface="+mn-ea"/>
              </a:rPr>
              <a:t>Arne Weiberg1,2,3,*, Ming Wang1,2,3,*, Feng-Mao Lin4</a:t>
            </a:r>
            <a:r>
              <a:rPr lang="zh-CN" altLang="en-US" sz="1700" dirty="0">
                <a:sym typeface="+mn-ea"/>
              </a:rPr>
              <a:t>，</a:t>
            </a:r>
            <a:r>
              <a:rPr lang="en-US" altLang="zh-CN" sz="1700" dirty="0">
                <a:sym typeface="+mn-ea"/>
              </a:rPr>
              <a:t>cited </a:t>
            </a:r>
            <a:r>
              <a:rPr lang="en-US" altLang="zh-CN" sz="1700" dirty="0">
                <a:sym typeface="+mn-ea"/>
              </a:rPr>
              <a:t>by 1546</a:t>
            </a:r>
            <a:endParaRPr lang="en-US" altLang="zh-CN" sz="1700" dirty="0">
              <a:sym typeface="+mn-ea"/>
            </a:endParaRPr>
          </a:p>
        </p:txBody>
      </p:sp>
    </p:spTree>
    <p:custDataLst>
      <p:tags r:id="rId4"/>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pic>
        <p:nvPicPr>
          <p:cNvPr id="4" name="内容占位符 3"/>
          <p:cNvPicPr>
            <a:picLocks noChangeAspect="1"/>
          </p:cNvPicPr>
          <p:nvPr>
            <p:ph idx="1"/>
            <p:custDataLst>
              <p:tags r:id="rId2"/>
            </p:custDataLst>
          </p:nvPr>
        </p:nvPicPr>
        <p:blipFill>
          <a:blip r:embed="rId3"/>
          <a:stretch>
            <a:fillRect/>
          </a:stretch>
        </p:blipFill>
        <p:spPr>
          <a:xfrm>
            <a:off x="695960" y="130810"/>
            <a:ext cx="10074910" cy="5914390"/>
          </a:xfrm>
          <a:prstGeom prst="rect">
            <a:avLst/>
          </a:prstGeom>
        </p:spPr>
      </p:pic>
    </p:spTree>
    <p:custDataLst>
      <p:tags r:id="rId4"/>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a:spLocks noGrp="1"/>
          </p:cNvSpPr>
          <p:nvPr>
            <p:ph type="title"/>
            <p:custDataLst>
              <p:tags r:id="rId1"/>
            </p:custDataLst>
          </p:nvPr>
        </p:nvSpPr>
        <p:spPr>
          <a:xfrm>
            <a:off x="838200" y="177800"/>
            <a:ext cx="10697845" cy="1209040"/>
          </a:xfrm>
        </p:spPr>
        <p:txBody>
          <a:bodyPr>
            <a:normAutofit/>
          </a:bodyPr>
          <a:lstStyle/>
          <a:p>
            <a:r>
              <a:rPr lang="en-US" altLang="zh-CN" dirty="0"/>
              <a:t>miRTarBase 2016: updates to the experimentally validated miRNA-target interactions database</a:t>
            </a:r>
            <a:endParaRPr lang="en-US" altLang="zh-CN" dirty="0"/>
          </a:p>
        </p:txBody>
      </p:sp>
      <p:sp>
        <p:nvSpPr>
          <p:cNvPr id="3" name="正文"/>
          <p:cNvSpPr>
            <a:spLocks noGrp="1"/>
          </p:cNvSpPr>
          <p:nvPr>
            <p:ph idx="1"/>
            <p:custDataLst>
              <p:tags r:id="rId2"/>
            </p:custDataLst>
          </p:nvPr>
        </p:nvSpPr>
        <p:spPr>
          <a:xfrm>
            <a:off x="838200" y="2068195"/>
            <a:ext cx="10515600" cy="4255135"/>
          </a:xfrm>
        </p:spPr>
        <p:txBody>
          <a:bodyPr>
            <a:normAutofit fontScale="90000" lnSpcReduction="20000"/>
          </a:bodyPr>
          <a:lstStyle/>
          <a:p>
            <a:pPr lvl="1"/>
            <a:r>
              <a:rPr lang="en-US" altLang="zh-CN" sz="2000" b="1" dirty="0">
                <a:sym typeface="+mn-ea"/>
              </a:rPr>
              <a:t>Abstract: </a:t>
            </a:r>
            <a:r>
              <a:rPr lang="en-US" altLang="zh-CN" sz="2000" dirty="0">
                <a:sym typeface="+mn-ea"/>
              </a:rPr>
              <a:t>The miRTarBase database has been newly updated and expanded, integrating a large amount of experimental data to make it a more comprehensive miRNA-target gene interaction database.</a:t>
            </a:r>
            <a:endParaRPr lang="en-US" altLang="zh-CN" sz="2000" b="1" dirty="0">
              <a:sym typeface="+mn-ea"/>
            </a:endParaRPr>
          </a:p>
          <a:p>
            <a:pPr lvl="1"/>
            <a:r>
              <a:rPr lang="en-US" altLang="zh-CN" sz="2000" b="1" dirty="0">
                <a:sym typeface="+mn-ea"/>
              </a:rPr>
              <a:t>Method</a:t>
            </a:r>
            <a:r>
              <a:rPr lang="en-US" altLang="zh-CN" sz="2000" dirty="0">
                <a:sym typeface="+mn-ea"/>
              </a:rPr>
              <a:t>: The system integrates(</a:t>
            </a:r>
            <a:r>
              <a:rPr lang="zh-CN" altLang="en-US" sz="2000" dirty="0">
                <a:sym typeface="+mn-ea"/>
              </a:rPr>
              <a:t>整合</a:t>
            </a:r>
            <a:r>
              <a:rPr lang="en-US" altLang="zh-CN" sz="2000" dirty="0">
                <a:sym typeface="+mn-ea"/>
              </a:rPr>
              <a:t>) CLIP-seq data, classical experimental verification results, and TCGA expression profiles(</a:t>
            </a:r>
            <a:r>
              <a:rPr lang="zh-CN" altLang="en-US" sz="2000" dirty="0">
                <a:sym typeface="+mn-ea"/>
              </a:rPr>
              <a:t>表达谱</a:t>
            </a:r>
            <a:r>
              <a:rPr lang="en-US" altLang="zh-CN" sz="2000" dirty="0">
                <a:sym typeface="+mn-ea"/>
              </a:rPr>
              <a:t>)</a:t>
            </a:r>
            <a:endParaRPr lang="en-US" altLang="zh-CN" sz="2000" dirty="0">
              <a:sym typeface="+mn-ea"/>
            </a:endParaRPr>
          </a:p>
          <a:p>
            <a:pPr lvl="1"/>
            <a:r>
              <a:rPr lang="en-US" altLang="zh-CN" sz="2000" b="1" dirty="0">
                <a:sym typeface="+mn-ea"/>
              </a:rPr>
              <a:t>Aim:</a:t>
            </a:r>
            <a:r>
              <a:rPr lang="en-US" altLang="zh-CN" sz="2000" dirty="0">
                <a:sym typeface="+mn-ea"/>
              </a:rPr>
              <a:t> Provide a better miRNA database</a:t>
            </a:r>
            <a:endParaRPr lang="en-US" altLang="zh-CN" sz="2000" dirty="0">
              <a:sym typeface="+mn-ea"/>
            </a:endParaRPr>
          </a:p>
          <a:p>
            <a:pPr lvl="1"/>
            <a:r>
              <a:rPr lang="en-US" altLang="zh-CN" sz="2000" b="1" dirty="0">
                <a:sym typeface="+mn-ea"/>
              </a:rPr>
              <a:t>solved Problems:</a:t>
            </a:r>
            <a:r>
              <a:rPr lang="en-US" altLang="zh-CN" sz="2000" dirty="0">
                <a:sym typeface="+mn-ea"/>
              </a:rPr>
              <a:t> The problems of scattered interaction data(</a:t>
            </a:r>
            <a:r>
              <a:rPr lang="zh-CN" altLang="en-US" sz="2000" dirty="0">
                <a:sym typeface="+mn-ea"/>
              </a:rPr>
              <a:t>分散的交互数据</a:t>
            </a:r>
            <a:r>
              <a:rPr lang="en-US" altLang="zh-CN" sz="2000" dirty="0">
                <a:sym typeface="+mn-ea"/>
              </a:rPr>
              <a:t>) and inconsistent verification information.</a:t>
            </a:r>
            <a:endParaRPr lang="en-US" altLang="zh-CN" sz="2000" dirty="0">
              <a:sym typeface="+mn-ea"/>
            </a:endParaRPr>
          </a:p>
          <a:p>
            <a:pPr lvl="1"/>
            <a:r>
              <a:rPr lang="en-US" altLang="zh-CN" sz="2000" b="1" dirty="0">
                <a:sym typeface="+mn-ea"/>
              </a:rPr>
              <a:t>Important Word:</a:t>
            </a:r>
            <a:endParaRPr lang="en-US" altLang="zh-CN" sz="2000" b="1" dirty="0">
              <a:sym typeface="+mn-ea"/>
            </a:endParaRPr>
          </a:p>
          <a:p>
            <a:pPr lvl="2"/>
            <a:r>
              <a:rPr lang="en-US" altLang="zh-CN" sz="2000" dirty="0">
                <a:sym typeface="+mn-ea"/>
              </a:rPr>
              <a:t>CLIP‑seq: </a:t>
            </a:r>
            <a:r>
              <a:rPr lang="zh-CN" altLang="en-US" sz="2000" dirty="0">
                <a:sym typeface="+mn-ea"/>
              </a:rPr>
              <a:t>结合交联、免疫富集与高通量测序，鉴定</a:t>
            </a:r>
            <a:r>
              <a:rPr lang="en-US" altLang="zh-CN" sz="2000" dirty="0">
                <a:sym typeface="+mn-ea"/>
              </a:rPr>
              <a:t> RNA </a:t>
            </a:r>
            <a:r>
              <a:rPr lang="zh-CN" altLang="en-US" sz="2000" dirty="0">
                <a:sym typeface="+mn-ea"/>
              </a:rPr>
              <a:t>结合蛋白在体内</a:t>
            </a:r>
            <a:r>
              <a:rPr lang="en-US" altLang="zh-CN" sz="2000" dirty="0">
                <a:sym typeface="+mn-ea"/>
              </a:rPr>
              <a:t> RNA </a:t>
            </a:r>
            <a:r>
              <a:rPr lang="zh-CN" altLang="en-US" sz="2000" dirty="0">
                <a:sym typeface="+mn-ea"/>
              </a:rPr>
              <a:t>精准结合位点的技术。</a:t>
            </a:r>
            <a:endParaRPr lang="zh-CN" altLang="en-US" sz="2000" dirty="0">
              <a:sym typeface="+mn-ea"/>
            </a:endParaRPr>
          </a:p>
          <a:p>
            <a:pPr lvl="2"/>
            <a:r>
              <a:rPr lang="en-US" altLang="zh-CN" sz="2000" dirty="0">
                <a:sym typeface="+mn-ea"/>
              </a:rPr>
              <a:t>TCGA: </a:t>
            </a:r>
            <a:r>
              <a:rPr lang="zh-CN" altLang="en-US" sz="2000" dirty="0">
                <a:sym typeface="+mn-ea"/>
              </a:rPr>
              <a:t>表达谱是癌症基因组图谱计划收录、涵盖海量肿瘤与正常样本的</a:t>
            </a:r>
            <a:r>
              <a:rPr lang="en-US" altLang="zh-CN" sz="2000" dirty="0">
                <a:sym typeface="+mn-ea"/>
              </a:rPr>
              <a:t> miRNA </a:t>
            </a:r>
            <a:r>
              <a:rPr lang="zh-CN" altLang="en-US" sz="2000" dirty="0">
                <a:sym typeface="+mn-ea"/>
              </a:rPr>
              <a:t>及基因全局表达大数据资源</a:t>
            </a:r>
            <a:endParaRPr lang="zh-CN" altLang="en-US" sz="2000" dirty="0">
              <a:sym typeface="+mn-ea"/>
            </a:endParaRPr>
          </a:p>
        </p:txBody>
      </p:sp>
      <p:sp>
        <p:nvSpPr>
          <p:cNvPr id="6" name="正文"/>
          <p:cNvSpPr>
            <a:spLocks noGrp="1"/>
          </p:cNvSpPr>
          <p:nvPr>
            <p:custDataLst>
              <p:tags r:id="rId3"/>
            </p:custDataLst>
          </p:nvPr>
        </p:nvSpPr>
        <p:spPr>
          <a:xfrm>
            <a:off x="838200" y="1386840"/>
            <a:ext cx="10515600" cy="675640"/>
          </a:xfrm>
          <a:prstGeom prst="rect">
            <a:avLst/>
          </a:prstGeom>
        </p:spPr>
        <p:txBody>
          <a:bodyPr vert="horz" lIns="0" tIns="0" rIns="0" bIns="0" rtlCol="0">
            <a:noAutofit/>
          </a:bodyPr>
          <a:lstStyle>
            <a:lvl1pPr marL="228600" indent="-228600" algn="l" defTabSz="914400" rtl="0" eaLnBrk="1" latinLnBrk="0" hangingPunct="1">
              <a:lnSpc>
                <a:spcPct val="130000"/>
              </a:lnSpc>
              <a:spcBef>
                <a:spcPts val="1000"/>
              </a:spcBef>
              <a:buFont typeface="Arial" panose="020B0604020202020204" pitchFamily="34" charset="0"/>
              <a:buChar char="•"/>
              <a:defRPr sz="18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altLang="zh-CN" sz="1700" dirty="0">
                <a:sym typeface="+mn-ea"/>
              </a:rPr>
              <a:t>Nucleic Acids Research, Volume 44, Issue D1, 4 January 2016, Pages D239–D247,Chih-Hung Chou , Nai-Wen Chang , Sirjana Shrestha , Cited by 1184</a:t>
            </a:r>
            <a:endParaRPr lang="en-US" altLang="zh-CN" sz="1700" dirty="0">
              <a:sym typeface="+mn-ea"/>
            </a:endParaRPr>
          </a:p>
        </p:txBody>
      </p:sp>
    </p:spTree>
    <p:custDataLst>
      <p:tags r:id="rId4"/>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pic>
        <p:nvPicPr>
          <p:cNvPr id="4" name="内容占位符 3"/>
          <p:cNvPicPr>
            <a:picLocks noChangeAspect="1"/>
          </p:cNvPicPr>
          <p:nvPr>
            <p:ph idx="1"/>
            <p:custDataLst>
              <p:tags r:id="rId2"/>
            </p:custDataLst>
          </p:nvPr>
        </p:nvPicPr>
        <p:blipFill>
          <a:blip r:embed="rId3"/>
          <a:stretch>
            <a:fillRect/>
          </a:stretch>
        </p:blipFill>
        <p:spPr>
          <a:xfrm>
            <a:off x="695960" y="132080"/>
            <a:ext cx="9265920" cy="6263005"/>
          </a:xfrm>
          <a:prstGeom prst="rect">
            <a:avLst/>
          </a:prstGeom>
        </p:spPr>
      </p:pic>
    </p:spTree>
    <p:custDataLst>
      <p:tags r:id="rId4"/>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a:spLocks noGrp="1"/>
          </p:cNvSpPr>
          <p:nvPr>
            <p:ph type="title"/>
            <p:custDataLst>
              <p:tags r:id="rId1"/>
            </p:custDataLst>
          </p:nvPr>
        </p:nvSpPr>
        <p:spPr>
          <a:xfrm>
            <a:off x="838200" y="177800"/>
            <a:ext cx="10697845" cy="1209040"/>
          </a:xfrm>
        </p:spPr>
        <p:txBody>
          <a:bodyPr>
            <a:normAutofit/>
          </a:bodyPr>
          <a:lstStyle/>
          <a:p>
            <a:r>
              <a:rPr lang="en-US" altLang="zh-CN" dirty="0"/>
              <a:t>α-ketoglutarate orchestrates macrophage activation through metabolic and epigenetic reprogramming</a:t>
            </a:r>
            <a:endParaRPr lang="en-US" altLang="zh-CN" dirty="0"/>
          </a:p>
        </p:txBody>
      </p:sp>
      <p:sp>
        <p:nvSpPr>
          <p:cNvPr id="3" name="正文"/>
          <p:cNvSpPr>
            <a:spLocks noGrp="1"/>
          </p:cNvSpPr>
          <p:nvPr>
            <p:ph idx="1"/>
            <p:custDataLst>
              <p:tags r:id="rId2"/>
            </p:custDataLst>
          </p:nvPr>
        </p:nvSpPr>
        <p:spPr>
          <a:xfrm>
            <a:off x="838200" y="2068195"/>
            <a:ext cx="10515600" cy="4522470"/>
          </a:xfrm>
        </p:spPr>
        <p:txBody>
          <a:bodyPr>
            <a:normAutofit fontScale="90000"/>
          </a:bodyPr>
          <a:lstStyle/>
          <a:p>
            <a:pPr lvl="1"/>
            <a:r>
              <a:rPr lang="en-US" altLang="zh-CN" sz="2000" b="1" dirty="0">
                <a:sym typeface="+mn-ea"/>
              </a:rPr>
              <a:t>Abstract: </a:t>
            </a:r>
            <a:r>
              <a:rPr lang="en-US" altLang="zh-CN" sz="2000" dirty="0">
                <a:sym typeface="+mn-ea"/>
              </a:rPr>
              <a:t>Shows that αKG produced by glutamine metabolism(</a:t>
            </a:r>
            <a:r>
              <a:rPr lang="zh-CN" altLang="en-US" sz="2000" dirty="0">
                <a:sym typeface="+mn-ea"/>
              </a:rPr>
              <a:t>谷氨酰胺代谢</a:t>
            </a:r>
            <a:r>
              <a:rPr lang="en-US" altLang="zh-CN" sz="2000" dirty="0">
                <a:sym typeface="+mn-ea"/>
              </a:rPr>
              <a:t>) and the remodeling of its ratio with succinate(</a:t>
            </a:r>
            <a:r>
              <a:rPr lang="zh-CN" altLang="en-US" sz="2000" dirty="0">
                <a:sym typeface="+mn-ea"/>
              </a:rPr>
              <a:t>其与琥珀酸盐比例的重塑</a:t>
            </a:r>
            <a:r>
              <a:rPr lang="en-US" altLang="zh-CN" sz="2000" dirty="0">
                <a:sym typeface="+mn-ea"/>
              </a:rPr>
              <a:t>) regulate macrophage(</a:t>
            </a:r>
            <a:r>
              <a:rPr lang="zh-CN" altLang="en-US" sz="2000" dirty="0">
                <a:sym typeface="+mn-ea"/>
              </a:rPr>
              <a:t>巨噬细胞）</a:t>
            </a:r>
            <a:r>
              <a:rPr lang="en-US" altLang="zh-CN" sz="2000" dirty="0">
                <a:sym typeface="+mn-ea"/>
              </a:rPr>
              <a:t> M1/M2 polarization</a:t>
            </a:r>
            <a:r>
              <a:rPr lang="zh-CN" altLang="en-US" sz="2000" dirty="0">
                <a:sym typeface="+mn-ea"/>
              </a:rPr>
              <a:t>（极化）</a:t>
            </a:r>
            <a:r>
              <a:rPr lang="en-US" altLang="zh-CN" sz="2000" dirty="0">
                <a:sym typeface="+mn-ea"/>
              </a:rPr>
              <a:t> and immune tolerance.</a:t>
            </a:r>
            <a:endParaRPr lang="en-US" altLang="zh-CN" sz="2000" b="1" dirty="0">
              <a:sym typeface="+mn-ea"/>
            </a:endParaRPr>
          </a:p>
          <a:p>
            <a:pPr lvl="1"/>
            <a:r>
              <a:rPr lang="en-US" altLang="zh-CN" sz="2000" b="1" dirty="0">
                <a:sym typeface="+mn-ea"/>
              </a:rPr>
              <a:t>Method</a:t>
            </a:r>
            <a:r>
              <a:rPr lang="en-US" altLang="zh-CN" sz="2000" dirty="0">
                <a:sym typeface="+mn-ea"/>
              </a:rPr>
              <a:t>: Regulate the proportion of αKG, observe data on macrophage polarization responses</a:t>
            </a:r>
            <a:endParaRPr lang="en-US" altLang="zh-CN" sz="2000" dirty="0">
              <a:sym typeface="+mn-ea"/>
            </a:endParaRPr>
          </a:p>
          <a:p>
            <a:pPr lvl="1"/>
            <a:r>
              <a:rPr lang="en-US" altLang="zh-CN" sz="2000" b="1" dirty="0">
                <a:sym typeface="+mn-ea"/>
              </a:rPr>
              <a:t>Aim:</a:t>
            </a:r>
            <a:r>
              <a:rPr lang="en-US" altLang="zh-CN" sz="2000" dirty="0">
                <a:sym typeface="+mn-ea"/>
              </a:rPr>
              <a:t> Find deeper mechanism between aKG and macrophage M1/M2</a:t>
            </a:r>
            <a:endParaRPr lang="en-US" altLang="zh-CN" sz="2000" dirty="0">
              <a:sym typeface="+mn-ea"/>
            </a:endParaRPr>
          </a:p>
          <a:p>
            <a:pPr lvl="1"/>
            <a:r>
              <a:rPr lang="en-US" altLang="zh-CN" sz="2000" b="1" dirty="0">
                <a:sym typeface="+mn-ea"/>
              </a:rPr>
              <a:t>solved Problems:</a:t>
            </a:r>
            <a:r>
              <a:rPr lang="en-US" altLang="zh-CN" sz="2000" dirty="0">
                <a:sym typeface="+mn-ea"/>
              </a:rPr>
              <a:t> The core mechanism of different immune reaction of macrophages and endotoxin tolerance(</a:t>
            </a:r>
            <a:r>
              <a:rPr lang="zh-CN" altLang="en-US" sz="2000" dirty="0">
                <a:sym typeface="+mn-ea"/>
              </a:rPr>
              <a:t>内毒素耐受）</a:t>
            </a:r>
            <a:r>
              <a:rPr lang="en-US" altLang="zh-CN" sz="2000" dirty="0">
                <a:sym typeface="+mn-ea"/>
              </a:rPr>
              <a:t>.</a:t>
            </a:r>
            <a:endParaRPr lang="en-US" altLang="zh-CN" sz="2000" dirty="0">
              <a:sym typeface="+mn-ea"/>
            </a:endParaRPr>
          </a:p>
          <a:p>
            <a:pPr lvl="1"/>
            <a:r>
              <a:rPr lang="en-US" altLang="zh-CN" sz="2000" b="1" dirty="0">
                <a:sym typeface="+mn-ea"/>
              </a:rPr>
              <a:t>Important Word:</a:t>
            </a:r>
            <a:endParaRPr lang="en-US" altLang="zh-CN" sz="2000" b="1" dirty="0">
              <a:sym typeface="+mn-ea"/>
            </a:endParaRPr>
          </a:p>
          <a:p>
            <a:pPr lvl="2"/>
            <a:r>
              <a:rPr lang="en-US" altLang="zh-CN" sz="2000" b="1" dirty="0">
                <a:sym typeface="+mn-ea"/>
              </a:rPr>
              <a:t> </a:t>
            </a:r>
            <a:r>
              <a:rPr lang="en-US" altLang="zh-CN" sz="2000" dirty="0">
                <a:sym typeface="+mn-ea"/>
              </a:rPr>
              <a:t>αKG: α- </a:t>
            </a:r>
            <a:r>
              <a:rPr lang="zh-CN" altLang="en-US" sz="2000" dirty="0">
                <a:sym typeface="+mn-ea"/>
              </a:rPr>
              <a:t>酮戊二酸，是谷氨酰胺分解代谢产物，可调控巨噬细胞</a:t>
            </a:r>
            <a:r>
              <a:rPr lang="en-US" altLang="zh-CN" sz="2000" dirty="0">
                <a:sym typeface="+mn-ea"/>
              </a:rPr>
              <a:t> M2 </a:t>
            </a:r>
            <a:r>
              <a:rPr lang="zh-CN" altLang="en-US" sz="2000" dirty="0">
                <a:sym typeface="+mn-ea"/>
              </a:rPr>
              <a:t>极化、表观遗传重编程及免疫稳态。</a:t>
            </a:r>
            <a:endParaRPr lang="zh-CN" altLang="en-US" sz="2000" dirty="0">
              <a:sym typeface="+mn-ea"/>
            </a:endParaRPr>
          </a:p>
          <a:p>
            <a:pPr lvl="2"/>
            <a:r>
              <a:rPr lang="en-US" altLang="zh-CN" sz="2000" dirty="0">
                <a:sym typeface="+mn-ea"/>
              </a:rPr>
              <a:t>M1/M2: </a:t>
            </a:r>
            <a:r>
              <a:rPr lang="zh-CN" altLang="en-US" sz="2000" dirty="0">
                <a:sym typeface="+mn-ea"/>
              </a:rPr>
              <a:t>巨噬细胞在微环境信号调控下极化为促炎杀菌的</a:t>
            </a:r>
            <a:r>
              <a:rPr lang="en-US" altLang="zh-CN" sz="2000" dirty="0">
                <a:sym typeface="+mn-ea"/>
              </a:rPr>
              <a:t> M1 </a:t>
            </a:r>
            <a:r>
              <a:rPr lang="zh-CN" altLang="en-US" sz="2000" dirty="0">
                <a:sym typeface="+mn-ea"/>
              </a:rPr>
              <a:t>型和抗炎修复的</a:t>
            </a:r>
            <a:r>
              <a:rPr lang="en-US" altLang="zh-CN" sz="2000" dirty="0">
                <a:sym typeface="+mn-ea"/>
              </a:rPr>
              <a:t> M2 </a:t>
            </a:r>
            <a:r>
              <a:rPr lang="zh-CN" altLang="en-US" sz="2000" dirty="0">
                <a:sym typeface="+mn-ea"/>
              </a:rPr>
              <a:t>型，是免疫应答双向调控的核心机制。</a:t>
            </a:r>
            <a:endParaRPr lang="zh-CN" altLang="en-US" sz="2000" dirty="0">
              <a:sym typeface="+mn-ea"/>
            </a:endParaRPr>
          </a:p>
        </p:txBody>
      </p:sp>
      <p:sp>
        <p:nvSpPr>
          <p:cNvPr id="6" name="正文"/>
          <p:cNvSpPr>
            <a:spLocks noGrp="1"/>
          </p:cNvSpPr>
          <p:nvPr>
            <p:custDataLst>
              <p:tags r:id="rId3"/>
            </p:custDataLst>
          </p:nvPr>
        </p:nvSpPr>
        <p:spPr>
          <a:xfrm>
            <a:off x="838200" y="1386840"/>
            <a:ext cx="10515600" cy="675640"/>
          </a:xfrm>
          <a:prstGeom prst="rect">
            <a:avLst/>
          </a:prstGeom>
        </p:spPr>
        <p:txBody>
          <a:bodyPr vert="horz" lIns="0" tIns="0" rIns="0" bIns="0" rtlCol="0">
            <a:noAutofit/>
          </a:bodyPr>
          <a:lstStyle>
            <a:lvl1pPr marL="228600" indent="-228600" algn="l" defTabSz="914400" rtl="0" eaLnBrk="1" latinLnBrk="0" hangingPunct="1">
              <a:lnSpc>
                <a:spcPct val="130000"/>
              </a:lnSpc>
              <a:spcBef>
                <a:spcPts val="1000"/>
              </a:spcBef>
              <a:buFont typeface="Arial" panose="020B0604020202020204" pitchFamily="34" charset="0"/>
              <a:buChar char="•"/>
              <a:defRPr sz="18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altLang="zh-CN" sz="1700" dirty="0">
                <a:sym typeface="+mn-ea"/>
              </a:rPr>
              <a:t>Nature Immunology volume 18, pages985–994 (2017)Cite this article, Pu-Ste Liu, Haiping Wang, Xiaoyun Li, Tung Chao, Cited by 1151</a:t>
            </a:r>
            <a:endParaRPr lang="en-US" altLang="zh-CN" sz="1700" dirty="0">
              <a:sym typeface="+mn-ea"/>
            </a:endParaRPr>
          </a:p>
        </p:txBody>
      </p:sp>
    </p:spTree>
    <p:custDataLst>
      <p:tags r:id="rId4"/>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pic>
        <p:nvPicPr>
          <p:cNvPr id="4" name="内容占位符 3"/>
          <p:cNvPicPr>
            <a:picLocks noChangeAspect="1"/>
          </p:cNvPicPr>
          <p:nvPr>
            <p:ph idx="1"/>
            <p:custDataLst>
              <p:tags r:id="rId2"/>
            </p:custDataLst>
          </p:nvPr>
        </p:nvPicPr>
        <p:blipFill>
          <a:blip r:embed="rId3"/>
          <a:stretch>
            <a:fillRect/>
          </a:stretch>
        </p:blipFill>
        <p:spPr>
          <a:xfrm>
            <a:off x="592455" y="360045"/>
            <a:ext cx="10384155" cy="5951855"/>
          </a:xfrm>
          <a:prstGeom prst="rect">
            <a:avLst/>
          </a:prstGeom>
        </p:spPr>
      </p:pic>
    </p:spTree>
    <p:custDataLst>
      <p:tags r:id="rId4"/>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a:spLocks noGrp="1"/>
          </p:cNvSpPr>
          <p:nvPr>
            <p:ph type="title"/>
            <p:custDataLst>
              <p:tags r:id="rId1"/>
            </p:custDataLst>
          </p:nvPr>
        </p:nvSpPr>
        <p:spPr>
          <a:xfrm>
            <a:off x="838200" y="177800"/>
            <a:ext cx="10697845" cy="1209040"/>
          </a:xfrm>
        </p:spPr>
        <p:txBody>
          <a:bodyPr>
            <a:normAutofit/>
          </a:bodyPr>
          <a:lstStyle/>
          <a:p>
            <a:r>
              <a:rPr lang="en-US" altLang="zh-CN" dirty="0"/>
              <a:t>miRTarBase update 2022: an informative resource for experimentally validated miRNA–target interactions</a:t>
            </a:r>
            <a:endParaRPr lang="en-US" altLang="zh-CN" dirty="0"/>
          </a:p>
        </p:txBody>
      </p:sp>
      <p:sp>
        <p:nvSpPr>
          <p:cNvPr id="3" name="正文"/>
          <p:cNvSpPr>
            <a:spLocks noGrp="1"/>
          </p:cNvSpPr>
          <p:nvPr>
            <p:ph idx="1"/>
            <p:custDataLst>
              <p:tags r:id="rId2"/>
            </p:custDataLst>
          </p:nvPr>
        </p:nvSpPr>
        <p:spPr>
          <a:xfrm>
            <a:off x="838200" y="2068195"/>
            <a:ext cx="10515600" cy="4255135"/>
          </a:xfrm>
        </p:spPr>
        <p:txBody>
          <a:bodyPr>
            <a:normAutofit lnSpcReduction="10000"/>
          </a:bodyPr>
          <a:lstStyle/>
          <a:p>
            <a:pPr lvl="1"/>
            <a:r>
              <a:rPr lang="en-US" altLang="zh-CN" sz="2000" b="1" dirty="0">
                <a:sym typeface="+mn-ea"/>
              </a:rPr>
              <a:t>Abstract: </a:t>
            </a:r>
            <a:r>
              <a:rPr lang="en-US" altLang="zh-CN" sz="2000" dirty="0">
                <a:sym typeface="+mn-ea"/>
              </a:rPr>
              <a:t>The core mechanism of different immune phenotypes of macrophages and endotoxin tolerance.</a:t>
            </a:r>
            <a:endParaRPr lang="en-US" altLang="zh-CN" sz="2000" b="1" dirty="0">
              <a:sym typeface="+mn-ea"/>
            </a:endParaRPr>
          </a:p>
          <a:p>
            <a:pPr lvl="1"/>
            <a:r>
              <a:rPr lang="en-US" altLang="zh-CN" sz="2000" b="1" dirty="0">
                <a:sym typeface="+mn-ea"/>
              </a:rPr>
              <a:t>Method</a:t>
            </a:r>
            <a:r>
              <a:rPr lang="en-US" altLang="zh-CN" sz="2000" dirty="0">
                <a:sym typeface="+mn-ea"/>
              </a:rPr>
              <a:t>: Integrate massive literature(</a:t>
            </a:r>
            <a:r>
              <a:rPr lang="zh-CN" altLang="en-US" sz="2000" dirty="0">
                <a:sym typeface="+mn-ea"/>
              </a:rPr>
              <a:t>文献）</a:t>
            </a:r>
            <a:r>
              <a:rPr lang="en-US" altLang="zh-CN" sz="2000" dirty="0">
                <a:sym typeface="+mn-ea"/>
              </a:rPr>
              <a:t> and CLIP-seq data, optimize the scoring system, annotate variations(</a:t>
            </a:r>
            <a:r>
              <a:rPr lang="zh-CN" altLang="en-US" sz="2000" dirty="0">
                <a:sym typeface="+mn-ea"/>
              </a:rPr>
              <a:t>编译注释）</a:t>
            </a:r>
            <a:r>
              <a:rPr lang="en-US" altLang="zh-CN" sz="2000" dirty="0">
                <a:sym typeface="+mn-ea"/>
              </a:rPr>
              <a:t> and expression profiles</a:t>
            </a:r>
            <a:r>
              <a:rPr lang="zh-CN" altLang="en-US" sz="2000" dirty="0">
                <a:sym typeface="+mn-ea"/>
              </a:rPr>
              <a:t>（表达谱）</a:t>
            </a:r>
            <a:r>
              <a:rPr lang="en-US" altLang="zh-CN" sz="2000" dirty="0">
                <a:sym typeface="+mn-ea"/>
              </a:rPr>
              <a:t>, and improve the interface and binding site analysis.</a:t>
            </a:r>
            <a:endParaRPr lang="en-US" altLang="zh-CN" sz="2000" dirty="0">
              <a:sym typeface="+mn-ea"/>
            </a:endParaRPr>
          </a:p>
          <a:p>
            <a:pPr lvl="1"/>
            <a:r>
              <a:rPr lang="en-US" altLang="zh-CN" sz="2000" b="1" dirty="0">
                <a:sym typeface="+mn-ea"/>
              </a:rPr>
              <a:t>Aim:</a:t>
            </a:r>
            <a:r>
              <a:rPr lang="en-US" altLang="zh-CN" sz="2000" dirty="0">
                <a:sym typeface="+mn-ea"/>
              </a:rPr>
              <a:t> M</a:t>
            </a:r>
            <a:r>
              <a:rPr lang="en-US" altLang="zh-CN" sz="2000" dirty="0">
                <a:sym typeface="+mn-ea"/>
              </a:rPr>
              <a:t>ake a comprehensive, accurate, and user-friendly experimentally validated miRNA-target gene interaction database</a:t>
            </a:r>
            <a:endParaRPr lang="en-US" altLang="zh-CN" sz="2000" dirty="0">
              <a:sym typeface="+mn-ea"/>
            </a:endParaRPr>
          </a:p>
          <a:p>
            <a:pPr lvl="1"/>
            <a:r>
              <a:rPr lang="en-US" altLang="zh-CN" sz="2000" b="1" dirty="0">
                <a:sym typeface="+mn-ea"/>
              </a:rPr>
              <a:t>solved Problems:</a:t>
            </a:r>
            <a:r>
              <a:rPr lang="en-US" altLang="zh-CN" sz="2000" dirty="0">
                <a:sym typeface="+mn-ea"/>
              </a:rPr>
              <a:t> It solves the problems of scattered(</a:t>
            </a:r>
            <a:r>
              <a:rPr lang="zh-CN" altLang="en-US" sz="2000" dirty="0">
                <a:sym typeface="+mn-ea"/>
              </a:rPr>
              <a:t>分散的）</a:t>
            </a:r>
            <a:r>
              <a:rPr lang="en-US" altLang="zh-CN" sz="2000" dirty="0">
                <a:sym typeface="+mn-ea"/>
              </a:rPr>
              <a:t> miRNA target data, incomplete annotations, and unfriendly scoring and interface, and provides high-quality retrievable MTI resources.</a:t>
            </a:r>
            <a:endParaRPr lang="zh-CN" altLang="en-US" sz="2000" dirty="0">
              <a:sym typeface="+mn-ea"/>
            </a:endParaRPr>
          </a:p>
        </p:txBody>
      </p:sp>
      <p:sp>
        <p:nvSpPr>
          <p:cNvPr id="6" name="正文"/>
          <p:cNvSpPr>
            <a:spLocks noGrp="1"/>
          </p:cNvSpPr>
          <p:nvPr>
            <p:custDataLst>
              <p:tags r:id="rId3"/>
            </p:custDataLst>
          </p:nvPr>
        </p:nvSpPr>
        <p:spPr>
          <a:xfrm>
            <a:off x="838200" y="1386840"/>
            <a:ext cx="10515600" cy="675640"/>
          </a:xfrm>
          <a:prstGeom prst="rect">
            <a:avLst/>
          </a:prstGeom>
        </p:spPr>
        <p:txBody>
          <a:bodyPr vert="horz" lIns="0" tIns="0" rIns="0" bIns="0" rtlCol="0">
            <a:noAutofit/>
          </a:bodyPr>
          <a:lstStyle>
            <a:lvl1pPr marL="228600" indent="-228600" algn="l" defTabSz="914400" rtl="0" eaLnBrk="1" latinLnBrk="0" hangingPunct="1">
              <a:lnSpc>
                <a:spcPct val="130000"/>
              </a:lnSpc>
              <a:spcBef>
                <a:spcPts val="1000"/>
              </a:spcBef>
              <a:buFont typeface="Arial" panose="020B0604020202020204" pitchFamily="34" charset="0"/>
              <a:buChar char="•"/>
              <a:defRPr sz="18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altLang="zh-CN" sz="1700" dirty="0">
                <a:sym typeface="+mn-ea"/>
              </a:rPr>
              <a:t>Nucleic Acids Research, Volume 50, Issue D1, 7 January 2022, Pages D222–D230, Hsi-Yuan Huang , Yang-Chi-Dung Lin , Shidong Cui, Cited by 980</a:t>
            </a:r>
            <a:endParaRPr lang="en-US" altLang="zh-CN" sz="1700" dirty="0">
              <a:sym typeface="+mn-ea"/>
            </a:endParaRPr>
          </a:p>
        </p:txBody>
      </p:sp>
    </p:spTree>
    <p:custDataLst>
      <p:tags r:id="rId4"/>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pic>
        <p:nvPicPr>
          <p:cNvPr id="4" name="内容占位符 3"/>
          <p:cNvPicPr>
            <a:picLocks noChangeAspect="1"/>
          </p:cNvPicPr>
          <p:nvPr>
            <p:ph idx="1"/>
            <p:custDataLst>
              <p:tags r:id="rId2"/>
            </p:custDataLst>
          </p:nvPr>
        </p:nvPicPr>
        <p:blipFill>
          <a:blip r:embed="rId3"/>
          <a:stretch>
            <a:fillRect/>
          </a:stretch>
        </p:blipFill>
        <p:spPr>
          <a:xfrm>
            <a:off x="2052320" y="360045"/>
            <a:ext cx="7236460" cy="6179185"/>
          </a:xfrm>
          <a:prstGeom prst="rect">
            <a:avLst/>
          </a:prstGeom>
        </p:spPr>
      </p:pic>
    </p:spTree>
    <p:custDataLst>
      <p:tags r:id="rId4"/>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a:spLocks noGrp="1"/>
          </p:cNvSpPr>
          <p:nvPr>
            <p:ph type="title"/>
            <p:custDataLst>
              <p:tags r:id="rId1"/>
            </p:custDataLst>
          </p:nvPr>
        </p:nvSpPr>
        <p:spPr>
          <a:xfrm>
            <a:off x="838200" y="177800"/>
            <a:ext cx="10697845" cy="1209040"/>
          </a:xfrm>
        </p:spPr>
        <p:txBody>
          <a:bodyPr>
            <a:normAutofit/>
          </a:bodyPr>
          <a:lstStyle/>
          <a:p>
            <a:r>
              <a:rPr lang="en-US" altLang="zh-CN" dirty="0"/>
              <a:t>单击此处添加标题</a:t>
            </a:r>
            <a:endParaRPr lang="en-US" altLang="zh-CN" dirty="0"/>
          </a:p>
        </p:txBody>
      </p:sp>
      <p:sp>
        <p:nvSpPr>
          <p:cNvPr id="3" name="正文"/>
          <p:cNvSpPr>
            <a:spLocks noGrp="1"/>
          </p:cNvSpPr>
          <p:nvPr>
            <p:ph idx="1"/>
            <p:custDataLst>
              <p:tags r:id="rId2"/>
            </p:custDataLst>
          </p:nvPr>
        </p:nvSpPr>
        <p:spPr>
          <a:xfrm>
            <a:off x="838200" y="2068195"/>
            <a:ext cx="10515600" cy="4255135"/>
          </a:xfrm>
        </p:spPr>
        <p:txBody>
          <a:bodyPr>
            <a:normAutofit lnSpcReduction="10000"/>
          </a:bodyPr>
          <a:lstStyle/>
          <a:p>
            <a:pPr lvl="1"/>
            <a:r>
              <a:rPr lang="en-US" altLang="zh-CN" sz="2000" b="1" dirty="0">
                <a:sym typeface="+mn-ea"/>
              </a:rPr>
              <a:t>Abstract: </a:t>
            </a:r>
            <a:endParaRPr lang="en-US" altLang="zh-CN" sz="2000" b="1" dirty="0">
              <a:sym typeface="+mn-ea"/>
            </a:endParaRPr>
          </a:p>
          <a:p>
            <a:pPr lvl="1"/>
            <a:r>
              <a:rPr lang="en-US" altLang="zh-CN" sz="2000" b="1" dirty="0">
                <a:sym typeface="+mn-ea"/>
              </a:rPr>
              <a:t>Method</a:t>
            </a:r>
            <a:r>
              <a:rPr lang="en-US" altLang="zh-CN" sz="2000" dirty="0">
                <a:sym typeface="+mn-ea"/>
              </a:rPr>
              <a:t>: </a:t>
            </a:r>
            <a:endParaRPr lang="en-US" altLang="zh-CN" sz="2000" dirty="0">
              <a:sym typeface="+mn-ea"/>
            </a:endParaRPr>
          </a:p>
          <a:p>
            <a:pPr lvl="1"/>
            <a:r>
              <a:rPr lang="en-US" altLang="zh-CN" sz="2000" b="1" dirty="0">
                <a:sym typeface="+mn-ea"/>
              </a:rPr>
              <a:t>Aim:</a:t>
            </a:r>
            <a:r>
              <a:rPr lang="en-US" altLang="zh-CN" sz="2000" dirty="0">
                <a:sym typeface="+mn-ea"/>
              </a:rPr>
              <a:t> </a:t>
            </a:r>
            <a:endParaRPr lang="en-US" altLang="zh-CN" sz="2000" dirty="0">
              <a:sym typeface="+mn-ea"/>
            </a:endParaRPr>
          </a:p>
          <a:p>
            <a:pPr lvl="1"/>
            <a:r>
              <a:rPr lang="en-US" altLang="zh-CN" sz="2000" b="1" dirty="0">
                <a:sym typeface="+mn-ea"/>
              </a:rPr>
              <a:t>solved Problems:</a:t>
            </a:r>
            <a:r>
              <a:rPr lang="en-US" altLang="zh-CN" sz="2000" dirty="0">
                <a:sym typeface="+mn-ea"/>
              </a:rPr>
              <a:t> </a:t>
            </a:r>
            <a:endParaRPr lang="en-US" altLang="zh-CN" sz="2000" dirty="0">
              <a:sym typeface="+mn-ea"/>
            </a:endParaRPr>
          </a:p>
          <a:p>
            <a:pPr lvl="1"/>
            <a:r>
              <a:rPr lang="en-US" altLang="zh-CN" sz="2000" b="1" dirty="0">
                <a:sym typeface="+mn-ea"/>
              </a:rPr>
              <a:t>Important Word:</a:t>
            </a:r>
            <a:endParaRPr lang="en-US" altLang="zh-CN" sz="2000" b="1" dirty="0">
              <a:sym typeface="+mn-ea"/>
            </a:endParaRPr>
          </a:p>
          <a:p>
            <a:pPr lvl="2"/>
            <a:endParaRPr lang="zh-CN" altLang="en-US" sz="2000" dirty="0">
              <a:sym typeface="+mn-ea"/>
            </a:endParaRPr>
          </a:p>
        </p:txBody>
      </p:sp>
      <p:sp>
        <p:nvSpPr>
          <p:cNvPr id="6" name="正文"/>
          <p:cNvSpPr>
            <a:spLocks noGrp="1"/>
          </p:cNvSpPr>
          <p:nvPr>
            <p:custDataLst>
              <p:tags r:id="rId3"/>
            </p:custDataLst>
          </p:nvPr>
        </p:nvSpPr>
        <p:spPr>
          <a:xfrm>
            <a:off x="838200" y="1386840"/>
            <a:ext cx="10515600" cy="675640"/>
          </a:xfrm>
          <a:prstGeom prst="rect">
            <a:avLst/>
          </a:prstGeom>
        </p:spPr>
        <p:txBody>
          <a:bodyPr vert="horz" lIns="0" tIns="0" rIns="0" bIns="0" rtlCol="0">
            <a:noAutofit/>
          </a:bodyPr>
          <a:lstStyle>
            <a:lvl1pPr marL="228600" indent="-228600" algn="l" defTabSz="914400" rtl="0" eaLnBrk="1" latinLnBrk="0" hangingPunct="1">
              <a:lnSpc>
                <a:spcPct val="130000"/>
              </a:lnSpc>
              <a:spcBef>
                <a:spcPts val="1000"/>
              </a:spcBef>
              <a:buFont typeface="Arial" panose="020B0604020202020204" pitchFamily="34" charset="0"/>
              <a:buChar char="•"/>
              <a:defRPr sz="18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altLang="zh-CN" sz="1700" dirty="0">
                <a:sym typeface="+mn-ea"/>
              </a:rPr>
              <a:t>单击此处输入你的正文</a:t>
            </a:r>
            <a:endParaRPr lang="en-US" altLang="zh-CN" sz="1700" dirty="0">
              <a:sym typeface="+mn-ea"/>
            </a:endParaRPr>
          </a:p>
        </p:txBody>
      </p:sp>
    </p:spTree>
    <p:custDataLst>
      <p:tags r:id="rId4"/>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ctrTitle"/>
            <p:custDataLst>
              <p:tags r:id="rId1"/>
            </p:custDataLst>
          </p:nvPr>
        </p:nvSpPr>
        <p:spPr>
          <a:xfrm>
            <a:off x="2225242" y="1100447"/>
            <a:ext cx="7756958" cy="2763596"/>
          </a:xfrm>
        </p:spPr>
        <p:txBody>
          <a:bodyPr/>
          <a:lstStyle/>
          <a:p>
            <a:r>
              <a:rPr lang="en-US" altLang="zh-CN" dirty="0"/>
              <a:t>THANK YOU</a:t>
            </a:r>
            <a:endParaRPr lang="zh-CN" altLang="en-US" dirty="0"/>
          </a:p>
        </p:txBody>
      </p:sp>
      <p:sp>
        <p:nvSpPr>
          <p:cNvPr id="6" name="公司名"/>
          <p:cNvSpPr>
            <a:spLocks noGrp="1"/>
          </p:cNvSpPr>
          <p:nvPr>
            <p:ph type="body" sz="quarter" idx="18"/>
            <p:custDataLst>
              <p:tags r:id="rId2"/>
            </p:custDataLst>
          </p:nvPr>
        </p:nvSpPr>
        <p:spPr>
          <a:xfrm>
            <a:off x="486770" y="330199"/>
            <a:ext cx="1546568" cy="504000"/>
          </a:xfrm>
        </p:spPr>
        <p:txBody>
          <a:bodyPr/>
          <a:lstStyle/>
          <a:p>
            <a:r>
              <a:rPr lang="en-US" altLang="zh-CN" dirty="0"/>
              <a:t>YOUR LOGO</a:t>
            </a:r>
            <a:endParaRPr lang="zh-CN" altLang="en-US" dirty="0"/>
          </a:p>
        </p:txBody>
      </p:sp>
      <p:sp>
        <p:nvSpPr>
          <p:cNvPr id="7" name="署名"/>
          <p:cNvSpPr>
            <a:spLocks noGrp="1"/>
          </p:cNvSpPr>
          <p:nvPr>
            <p:ph type="body" sz="quarter" idx="19"/>
            <p:custDataLst>
              <p:tags r:id="rId3"/>
            </p:custDataLst>
          </p:nvPr>
        </p:nvSpPr>
        <p:spPr>
          <a:xfrm>
            <a:off x="4781641" y="4205797"/>
            <a:ext cx="2743200" cy="504000"/>
          </a:xfrm>
        </p:spPr>
        <p:txBody>
          <a:bodyPr/>
          <a:lstStyle/>
          <a:p>
            <a:r>
              <a:rPr lang="en-US" altLang="zh-CN" dirty="0"/>
              <a:t>汇报人：稻壳儿</a:t>
            </a:r>
            <a:endParaRPr lang="en-US" altLang="zh-CN" dirty="0"/>
          </a:p>
        </p:txBody>
      </p:sp>
    </p:spTree>
    <p:custDataLst>
      <p:tags r:id="rId4"/>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
  <p:tag name="KSO_WM_UNIT_LAYERLEVEL" val="1"/>
  <p:tag name="KSO_WM_TAG_VERSION" val="1.0"/>
  <p:tag name="KSO_WM_BEAUTIFY_FLAG" val="#wm#"/>
  <p:tag name="KSO_WM_UNIT_TYPE" val="i"/>
  <p:tag name="KSO_WM_UNIT_INDEX" val="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2"/>
  <p:tag name="KSO_WM_UNIT_LAYERLEVEL" val="1"/>
  <p:tag name="KSO_WM_TAG_VERSION" val="1.0"/>
  <p:tag name="KSO_WM_BEAUTIFY_FLAG" val="#wm#"/>
  <p:tag name="KSO_WM_UNIT_TYPE" val="i"/>
  <p:tag name="KSO_WM_UNIT_INDEX" val="2"/>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3"/>
  <p:tag name="KSO_WM_UNIT_LAYERLEVEL" val="1"/>
  <p:tag name="KSO_WM_TAG_VERSION" val="1.0"/>
  <p:tag name="KSO_WM_BEAUTIFY_FLAG" val="#wm#"/>
  <p:tag name="KSO_WM_UNIT_TYPE" val="i"/>
  <p:tag name="KSO_WM_UNIT_INDEX" val="3"/>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4"/>
  <p:tag name="KSO_WM_UNIT_LAYERLEVEL" val="1"/>
  <p:tag name="KSO_WM_TAG_VERSION" val="1.0"/>
  <p:tag name="KSO_WM_BEAUTIFY_FLAG" val="#wm#"/>
  <p:tag name="KSO_WM_UNIT_TYPE" val="i"/>
  <p:tag name="KSO_WM_UNIT_INDEX" val="4"/>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5"/>
  <p:tag name="KSO_WM_UNIT_LAYERLEVEL" val="1"/>
  <p:tag name="KSO_WM_TAG_VERSION" val="1.0"/>
  <p:tag name="KSO_WM_BEAUTIFY_FLAG" val="#wm#"/>
  <p:tag name="KSO_WM_UNIT_TYPE" val="i"/>
  <p:tag name="KSO_WM_UNIT_INDEX" val="5"/>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6"/>
  <p:tag name="KSO_WM_UNIT_LAYERLEVEL" val="1"/>
  <p:tag name="KSO_WM_TAG_VERSION" val="1.0"/>
  <p:tag name="KSO_WM_BEAUTIFY_FLAG" val="#wm#"/>
  <p:tag name="KSO_WM_UNIT_TYPE" val="i"/>
  <p:tag name="KSO_WM_UNIT_INDEX" val="6"/>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7"/>
  <p:tag name="KSO_WM_UNIT_LAYERLEVEL" val="1"/>
  <p:tag name="KSO_WM_TAG_VERSION" val="1.0"/>
  <p:tag name="KSO_WM_BEAUTIFY_FLAG" val="#wm#"/>
  <p:tag name="KSO_WM_UNIT_TYPE" val="i"/>
  <p:tag name="KSO_WM_UNIT_INDEX" val="7"/>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8"/>
  <p:tag name="KSO_WM_UNIT_LAYERLEVEL" val="1"/>
  <p:tag name="KSO_WM_TAG_VERSION" val="1.0"/>
  <p:tag name="KSO_WM_BEAUTIFY_FLAG" val="#wm#"/>
  <p:tag name="KSO_WM_UNIT_TYPE" val="i"/>
  <p:tag name="KSO_WM_UNIT_INDEX" val="8"/>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9"/>
  <p:tag name="KSO_WM_UNIT_LAYERLEVEL" val="1"/>
  <p:tag name="KSO_WM_TAG_VERSION" val="1.0"/>
  <p:tag name="KSO_WM_BEAUTIFY_FLAG" val="#wm#"/>
  <p:tag name="KSO_WM_UNIT_TYPE" val="i"/>
  <p:tag name="KSO_WM_UNIT_INDEX" val="9"/>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0"/>
  <p:tag name="KSO_WM_UNIT_LAYERLEVEL" val="1"/>
  <p:tag name="KSO_WM_TAG_VERSION" val="1.0"/>
  <p:tag name="KSO_WM_BEAUTIFY_FLAG" val="#wm#"/>
  <p:tag name="KSO_WM_UNIT_TYPE" val="i"/>
  <p:tag name="KSO_WM_UNIT_INDEX" val="10"/>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1"/>
  <p:tag name="KSO_WM_UNIT_LAYERLEVEL" val="1"/>
  <p:tag name="KSO_WM_TAG_VERSION" val="1.0"/>
  <p:tag name="KSO_WM_BEAUTIFY_FLAG" val="#wm#"/>
  <p:tag name="KSO_WM_UNIT_TYPE" val="i"/>
  <p:tag name="KSO_WM_UNIT_INDEX" val="11"/>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2"/>
  <p:tag name="KSO_WM_UNIT_LAYERLEVEL" val="1"/>
  <p:tag name="KSO_WM_TAG_VERSION" val="1.0"/>
  <p:tag name="KSO_WM_BEAUTIFY_FLAG" val="#wm#"/>
  <p:tag name="KSO_WM_UNIT_TYPE" val="i"/>
  <p:tag name="KSO_WM_UNIT_INDEX" val="12"/>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3"/>
  <p:tag name="KSO_WM_UNIT_LAYERLEVEL" val="1"/>
  <p:tag name="KSO_WM_TAG_VERSION" val="1.0"/>
  <p:tag name="KSO_WM_BEAUTIFY_FLAG" val="#wm#"/>
  <p:tag name="KSO_WM_UNIT_TYPE" val="i"/>
  <p:tag name="KSO_WM_UNIT_INDEX" val="13"/>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4"/>
  <p:tag name="KSO_WM_UNIT_LAYERLEVEL" val="1"/>
  <p:tag name="KSO_WM_TAG_VERSION" val="1.0"/>
  <p:tag name="KSO_WM_BEAUTIFY_FLAG" val="#wm#"/>
  <p:tag name="KSO_WM_UNIT_TYPE" val="i"/>
  <p:tag name="KSO_WM_UNIT_INDEX" val="14"/>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5"/>
  <p:tag name="KSO_WM_UNIT_LAYERLEVEL" val="1"/>
  <p:tag name="KSO_WM_TAG_VERSION" val="1.0"/>
  <p:tag name="KSO_WM_BEAUTIFY_FLAG" val="#wm#"/>
  <p:tag name="KSO_WM_UNIT_TYPE" val="i"/>
  <p:tag name="KSO_WM_UNIT_INDEX" val="15"/>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6"/>
  <p:tag name="KSO_WM_UNIT_LAYERLEVEL" val="1"/>
  <p:tag name="KSO_WM_TAG_VERSION" val="1.0"/>
  <p:tag name="KSO_WM_BEAUTIFY_FLAG" val="#wm#"/>
  <p:tag name="KSO_WM_UNIT_TYPE" val="i"/>
  <p:tag name="KSO_WM_UNIT_INDEX" val="16"/>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7"/>
  <p:tag name="KSO_WM_UNIT_LAYERLEVEL" val="1"/>
  <p:tag name="KSO_WM_TAG_VERSION" val="1.0"/>
  <p:tag name="KSO_WM_BEAUTIFY_FLAG" val="#wm#"/>
  <p:tag name="KSO_WM_UNIT_TYPE" val="i"/>
  <p:tag name="KSO_WM_UNIT_INDEX" val="17"/>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8"/>
  <p:tag name="KSO_WM_UNIT_LAYERLEVEL" val="1"/>
  <p:tag name="KSO_WM_TAG_VERSION" val="1.0"/>
  <p:tag name="KSO_WM_BEAUTIFY_FLAG" val="#wm#"/>
  <p:tag name="KSO_WM_UNIT_TYPE" val="i"/>
  <p:tag name="KSO_WM_UNIT_INDEX" val="18"/>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9"/>
  <p:tag name="KSO_WM_UNIT_LAYERLEVEL" val="1"/>
  <p:tag name="KSO_WM_TAG_VERSION" val="1.0"/>
  <p:tag name="KSO_WM_BEAUTIFY_FLAG" val="#wm#"/>
  <p:tag name="KSO_WM_UNIT_TYPE" val="i"/>
  <p:tag name="KSO_WM_UNIT_INDEX" val="19"/>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20"/>
  <p:tag name="KSO_WM_UNIT_LAYERLEVEL" val="1"/>
  <p:tag name="KSO_WM_TAG_VERSION" val="1.0"/>
  <p:tag name="KSO_WM_BEAUTIFY_FLAG" val="#wm#"/>
  <p:tag name="KSO_WM_UNIT_TYPE" val="i"/>
  <p:tag name="KSO_WM_UNIT_INDEX" val="20"/>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21"/>
  <p:tag name="KSO_WM_UNIT_LAYERLEVEL" val="1"/>
  <p:tag name="KSO_WM_TAG_VERSION" val="1.0"/>
  <p:tag name="KSO_WM_BEAUTIFY_FLAG" val="#wm#"/>
  <p:tag name="KSO_WM_UNIT_TYPE" val="i"/>
  <p:tag name="KSO_WM_UNIT_INDEX" val="21"/>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22"/>
  <p:tag name="KSO_WM_UNIT_LAYERLEVEL" val="1"/>
  <p:tag name="KSO_WM_TAG_VERSION" val="1.0"/>
  <p:tag name="KSO_WM_BEAUTIFY_FLAG" val="#wm#"/>
  <p:tag name="KSO_WM_UNIT_TYPE" val="i"/>
  <p:tag name="KSO_WM_UNIT_INDEX" val="22"/>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23"/>
  <p:tag name="KSO_WM_UNIT_LAYERLEVEL" val="1"/>
  <p:tag name="KSO_WM_TAG_VERSION" val="1.0"/>
  <p:tag name="KSO_WM_BEAUTIFY_FLAG" val="#wm#"/>
  <p:tag name="KSO_WM_UNIT_TYPE" val="i"/>
  <p:tag name="KSO_WM_UNIT_INDEX" val="23"/>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24"/>
  <p:tag name="KSO_WM_UNIT_LAYERLEVEL" val="1"/>
  <p:tag name="KSO_WM_TAG_VERSION" val="1.0"/>
  <p:tag name="KSO_WM_BEAUTIFY_FLAG" val="#wm#"/>
  <p:tag name="KSO_WM_UNIT_TYPE" val="i"/>
  <p:tag name="KSO_WM_UNIT_INDEX" val="24"/>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25"/>
  <p:tag name="KSO_WM_UNIT_LAYERLEVEL" val="1"/>
  <p:tag name="KSO_WM_TAG_VERSION" val="1.0"/>
  <p:tag name="KSO_WM_BEAUTIFY_FLAG" val="#wm#"/>
  <p:tag name="KSO_WM_UNIT_TYPE" val="i"/>
  <p:tag name="KSO_WM_UNIT_INDEX" val="25"/>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26"/>
  <p:tag name="KSO_WM_UNIT_LAYERLEVEL" val="1"/>
  <p:tag name="KSO_WM_TAG_VERSION" val="1.0"/>
  <p:tag name="KSO_WM_BEAUTIFY_FLAG" val="#wm#"/>
  <p:tag name="KSO_WM_UNIT_TYPE" val="i"/>
  <p:tag name="KSO_WM_UNIT_INDEX" val="26"/>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27"/>
  <p:tag name="KSO_WM_UNIT_LAYERLEVEL" val="1"/>
  <p:tag name="KSO_WM_TAG_VERSION" val="1.0"/>
  <p:tag name="KSO_WM_BEAUTIFY_FLAG" val="#wm#"/>
  <p:tag name="KSO_WM_UNIT_TYPE" val="i"/>
  <p:tag name="KSO_WM_UNIT_INDEX" val="27"/>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28"/>
  <p:tag name="KSO_WM_UNIT_LAYERLEVEL" val="1"/>
  <p:tag name="KSO_WM_TAG_VERSION" val="1.0"/>
  <p:tag name="KSO_WM_BEAUTIFY_FLAG" val="#wm#"/>
  <p:tag name="KSO_WM_UNIT_TYPE" val="i"/>
  <p:tag name="KSO_WM_UNIT_INDEX" val="28"/>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29"/>
  <p:tag name="KSO_WM_UNIT_LAYERLEVEL" val="1"/>
  <p:tag name="KSO_WM_TAG_VERSION" val="1.0"/>
  <p:tag name="KSO_WM_BEAUTIFY_FLAG" val="#wm#"/>
  <p:tag name="KSO_WM_UNIT_TYPE" val="i"/>
  <p:tag name="KSO_WM_UNIT_INDEX" val="29"/>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30"/>
  <p:tag name="KSO_WM_UNIT_LAYERLEVEL" val="1"/>
  <p:tag name="KSO_WM_TAG_VERSION" val="1.0"/>
  <p:tag name="KSO_WM_BEAUTIFY_FLAG" val="#wm#"/>
  <p:tag name="KSO_WM_UNIT_TYPE" val="i"/>
  <p:tag name="KSO_WM_UNIT_INDEX" val="30"/>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31"/>
  <p:tag name="KSO_WM_UNIT_LAYERLEVEL" val="1"/>
  <p:tag name="KSO_WM_TAG_VERSION" val="1.0"/>
  <p:tag name="KSO_WM_BEAUTIFY_FLAG" val="#wm#"/>
  <p:tag name="KSO_WM_UNIT_TYPE" val="i"/>
  <p:tag name="KSO_WM_UNIT_INDEX" val="31"/>
</p:tagLst>
</file>

<file path=ppt/tags/tag3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32"/>
  <p:tag name="KSO_WM_UNIT_LAYERLEVEL" val="1"/>
  <p:tag name="KSO_WM_TAG_VERSION" val="1.0"/>
  <p:tag name="KSO_WM_UNIT_TYPE" val="i"/>
  <p:tag name="KSO_WM_UNIT_INDEX" val="32"/>
</p:tagLst>
</file>

<file path=ppt/tags/tag3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33"/>
  <p:tag name="KSO_WM_UNIT_LAYERLEVEL" val="1"/>
  <p:tag name="KSO_WM_TAG_VERSION" val="1.0"/>
  <p:tag name="KSO_WM_UNIT_TYPE" val="i"/>
  <p:tag name="KSO_WM_UNIT_INDEX" val="33"/>
</p:tagLst>
</file>

<file path=ppt/tags/tag3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34"/>
  <p:tag name="KSO_WM_UNIT_LAYERLEVEL" val="1"/>
  <p:tag name="KSO_WM_TAG_VERSION" val="1.0"/>
  <p:tag name="KSO_WM_UNIT_TYPE" val="i"/>
  <p:tag name="KSO_WM_UNIT_INDEX" val="34"/>
</p:tagLst>
</file>

<file path=ppt/tags/tag3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35"/>
  <p:tag name="KSO_WM_UNIT_LAYERLEVEL" val="1"/>
  <p:tag name="KSO_WM_TAG_VERSION" val="1.0"/>
  <p:tag name="KSO_WM_UNIT_TYPE" val="i"/>
  <p:tag name="KSO_WM_UNIT_INDEX" val="35"/>
</p:tagLst>
</file>

<file path=ppt/tags/tag3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36"/>
  <p:tag name="KSO_WM_UNIT_LAYERLEVEL" val="1"/>
  <p:tag name="KSO_WM_TAG_VERSION" val="1.0"/>
  <p:tag name="KSO_WM_UNIT_TYPE" val="i"/>
  <p:tag name="KSO_WM_UNIT_INDEX" val="36"/>
</p:tagLst>
</file>

<file path=ppt/tags/tag3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37"/>
  <p:tag name="KSO_WM_UNIT_LAYERLEVEL" val="1"/>
  <p:tag name="KSO_WM_TAG_VERSION" val="1.0"/>
  <p:tag name="KSO_WM_UNIT_TYPE" val="i"/>
  <p:tag name="KSO_WM_UNIT_INDEX" val="37"/>
</p:tagLst>
</file>

<file path=ppt/tags/tag3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38"/>
  <p:tag name="KSO_WM_UNIT_LAYERLEVEL" val="1"/>
  <p:tag name="KSO_WM_TAG_VERSION" val="1.0"/>
  <p:tag name="KSO_WM_UNIT_TYPE" val="i"/>
  <p:tag name="KSO_WM_UNIT_INDEX" val="38"/>
</p:tagLst>
</file>

<file path=ppt/tags/tag3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39"/>
  <p:tag name="KSO_WM_UNIT_LAYERLEVEL" val="1"/>
  <p:tag name="KSO_WM_TAG_VERSION" val="1.0"/>
  <p:tag name="KSO_WM_UNIT_TYPE" val="i"/>
  <p:tag name="KSO_WM_UNIT_INDEX" val="39"/>
</p:tagLst>
</file>

<file path=ppt/tags/tag4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40"/>
  <p:tag name="KSO_WM_UNIT_LAYERLEVEL" val="1"/>
  <p:tag name="KSO_WM_TAG_VERSION" val="1.0"/>
  <p:tag name="KSO_WM_UNIT_TYPE" val="i"/>
  <p:tag name="KSO_WM_UNIT_INDEX" val="40"/>
</p:tagLst>
</file>

<file path=ppt/tags/tag4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41"/>
  <p:tag name="KSO_WM_UNIT_LAYERLEVEL" val="1"/>
  <p:tag name="KSO_WM_TAG_VERSION" val="1.0"/>
  <p:tag name="KSO_WM_UNIT_TYPE" val="i"/>
  <p:tag name="KSO_WM_UNIT_INDEX" val="41"/>
</p:tagLst>
</file>

<file path=ppt/tags/tag4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42"/>
  <p:tag name="KSO_WM_UNIT_LAYERLEVEL" val="1"/>
  <p:tag name="KSO_WM_TAG_VERSION" val="1.0"/>
  <p:tag name="KSO_WM_UNIT_TYPE" val="i"/>
  <p:tag name="KSO_WM_UNIT_INDEX" val="42"/>
</p:tagLst>
</file>

<file path=ppt/tags/tag4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43"/>
  <p:tag name="KSO_WM_UNIT_LAYERLEVEL" val="1"/>
  <p:tag name="KSO_WM_TAG_VERSION" val="1.0"/>
  <p:tag name="KSO_WM_UNIT_TYPE" val="i"/>
  <p:tag name="KSO_WM_UNIT_INDEX" val="43"/>
</p:tagLst>
</file>

<file path=ppt/tags/tag4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44"/>
  <p:tag name="KSO_WM_UNIT_LAYERLEVEL" val="1"/>
  <p:tag name="KSO_WM_TAG_VERSION" val="1.0"/>
  <p:tag name="KSO_WM_UNIT_TYPE" val="i"/>
  <p:tag name="KSO_WM_UNIT_INDEX" val="44"/>
</p:tagLst>
</file>

<file path=ppt/tags/tag4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45"/>
  <p:tag name="KSO_WM_UNIT_LAYERLEVEL" val="1"/>
  <p:tag name="KSO_WM_TAG_VERSION" val="1.0"/>
  <p:tag name="KSO_WM_UNIT_TYPE" val="i"/>
  <p:tag name="KSO_WM_UNIT_INDEX" val="45"/>
</p:tagLst>
</file>

<file path=ppt/tags/tag4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46"/>
  <p:tag name="KSO_WM_UNIT_LAYERLEVEL" val="1"/>
  <p:tag name="KSO_WM_TAG_VERSION" val="1.0"/>
  <p:tag name="KSO_WM_UNIT_TYPE" val="i"/>
  <p:tag name="KSO_WM_UNIT_INDEX" val="46"/>
</p:tagLst>
</file>

<file path=ppt/tags/tag4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47"/>
  <p:tag name="KSO_WM_UNIT_LAYERLEVEL" val="1"/>
  <p:tag name="KSO_WM_TAG_VERSION" val="1.0"/>
  <p:tag name="KSO_WM_UNIT_TYPE" val="i"/>
  <p:tag name="KSO_WM_UNIT_INDEX" val="47"/>
</p:tagLst>
</file>

<file path=ppt/tags/tag4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48"/>
  <p:tag name="KSO_WM_UNIT_LAYERLEVEL" val="1"/>
  <p:tag name="KSO_WM_TAG_VERSION" val="1.0"/>
  <p:tag name="KSO_WM_UNIT_TYPE" val="i"/>
  <p:tag name="KSO_WM_UNIT_INDEX" val="48"/>
</p:tagLst>
</file>

<file path=ppt/tags/tag4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49"/>
  <p:tag name="KSO_WM_UNIT_LAYERLEVEL" val="1"/>
  <p:tag name="KSO_WM_TAG_VERSION" val="1.0"/>
  <p:tag name="KSO_WM_UNIT_TYPE" val="i"/>
  <p:tag name="KSO_WM_UNIT_INDEX" val="49"/>
</p:tagLst>
</file>

<file path=ppt/tags/tag5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50"/>
  <p:tag name="KSO_WM_UNIT_LAYERLEVEL" val="1"/>
  <p:tag name="KSO_WM_TAG_VERSION" val="1.0"/>
  <p:tag name="KSO_WM_UNIT_TYPE" val="i"/>
  <p:tag name="KSO_WM_UNIT_INDEX" val="50"/>
</p:tagLst>
</file>

<file path=ppt/tags/tag5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51"/>
  <p:tag name="KSO_WM_UNIT_LAYERLEVEL" val="1"/>
  <p:tag name="KSO_WM_TAG_VERSION" val="1.0"/>
  <p:tag name="KSO_WM_UNIT_TYPE" val="i"/>
  <p:tag name="KSO_WM_UNIT_INDEX" val="51"/>
</p:tagLst>
</file>

<file path=ppt/tags/tag5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52"/>
  <p:tag name="KSO_WM_UNIT_LAYERLEVEL" val="1"/>
  <p:tag name="KSO_WM_TAG_VERSION" val="1.0"/>
  <p:tag name="KSO_WM_UNIT_TYPE" val="i"/>
  <p:tag name="KSO_WM_UNIT_INDEX" val="52"/>
</p:tagLst>
</file>

<file path=ppt/tags/tag5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53"/>
  <p:tag name="KSO_WM_UNIT_LAYERLEVEL" val="1"/>
  <p:tag name="KSO_WM_TAG_VERSION" val="1.0"/>
  <p:tag name="KSO_WM_UNIT_TYPE" val="i"/>
  <p:tag name="KSO_WM_UNIT_INDEX" val="53"/>
</p:tagLst>
</file>

<file path=ppt/tags/tag5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54"/>
  <p:tag name="KSO_WM_UNIT_LAYERLEVEL" val="1"/>
  <p:tag name="KSO_WM_TAG_VERSION" val="1.0"/>
  <p:tag name="KSO_WM_UNIT_TYPE" val="i"/>
  <p:tag name="KSO_WM_UNIT_INDEX" val="54"/>
</p:tagLst>
</file>

<file path=ppt/tags/tag5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55"/>
  <p:tag name="KSO_WM_UNIT_LAYERLEVEL" val="1"/>
  <p:tag name="KSO_WM_TAG_VERSION" val="1.0"/>
  <p:tag name="KSO_WM_UNIT_TYPE" val="i"/>
  <p:tag name="KSO_WM_UNIT_INDEX" val="55"/>
</p:tagLst>
</file>

<file path=ppt/tags/tag5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56"/>
  <p:tag name="KSO_WM_UNIT_LAYERLEVEL" val="1"/>
  <p:tag name="KSO_WM_TAG_VERSION" val="1.0"/>
  <p:tag name="KSO_WM_UNIT_TYPE" val="i"/>
  <p:tag name="KSO_WM_UNIT_INDEX" val="56"/>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VALUE" val="30"/>
  <p:tag name="KSO_WM_UNIT_TYPE" val="a"/>
  <p:tag name="KSO_WM_UNIT_INDEX" val="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b*1"/>
  <p:tag name="KSO_WM_UNIT_LAYERLEVEL" val="1"/>
  <p:tag name="KSO_WM_TAG_VERSION" val="1.0"/>
  <p:tag name="KSO_WM_BEAUTIFY_FLAG" val="#wm#"/>
  <p:tag name="KSO_WM_UNIT_ISCONTENTSTITLE" val="0"/>
  <p:tag name="KSO_WM_UNIT_ISNUMDGMTITLE" val="0"/>
  <p:tag name="KSO_WM_UNIT_PRESET_TEXT" val="单击此处编辑母版副标题样式"/>
  <p:tag name="KSO_WM_UNIT_NOCLEAR" val="0"/>
  <p:tag name="KSO_WM_UNIT_VALUE" val="80"/>
  <p:tag name="KSO_WM_UNIT_TYPE" val="b"/>
  <p:tag name="KSO_WM_UNIT_INDEX" val="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f*4"/>
  <p:tag name="KSO_WM_UNIT_LAYERLEVEL" val="1"/>
  <p:tag name="KSO_WM_TAG_VERSION" val="1.0"/>
  <p:tag name="KSO_WM_BEAUTIFY_FLAG" val="#wm#"/>
  <p:tag name="KSO_WM_UNIT_SUBTYPE" val="b"/>
  <p:tag name="KSO_WM_UNIT_PRESET_TEXT" val="署名占位符"/>
  <p:tag name="KSO_WM_UNIT_NOCLEAR" val="0"/>
  <p:tag name="KSO_WM_UNIT_VALUE" val="8"/>
  <p:tag name="KSO_WM_UNIT_TYPE" val="f"/>
  <p:tag name="KSO_WM_UNIT_INDEX" val="4"/>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f*3"/>
  <p:tag name="KSO_WM_UNIT_LAYERLEVEL" val="1"/>
  <p:tag name="KSO_WM_TAG_VERSION" val="1.0"/>
  <p:tag name="KSO_WM_BEAUTIFY_FLAG" val="#wm#"/>
  <p:tag name="KSO_WM_UNIT_PRESET_TEXT" val="公司名占位符"/>
  <p:tag name="KSO_WM_UNIT_NOCLEAR" val="0"/>
  <p:tag name="KSO_WM_UNIT_VALUE" val="16"/>
  <p:tag name="KSO_WM_UNIT_TYPE" val="f"/>
  <p:tag name="KSO_WM_UNIT_INDEX" val="3"/>
  <p:tag name="KSO_WM_UNIT_SUBTYPE" val="g"/>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f*1"/>
  <p:tag name="KSO_WM_UNIT_LAYERLEVEL" val="1"/>
  <p:tag name="KSO_WM_TAG_VERSION" val="1.0"/>
  <p:tag name="KSO_WM_BEAUTIFY_FLAG" val="#wm#"/>
  <p:tag name="KSO_WM_UNIT_SUBTYPE" val="c"/>
  <p:tag name="KSO_WM_UNIT_PRESET_TEXT" val="日期时间占位符"/>
  <p:tag name="KSO_WM_UNIT_NOCLEAR" val="0"/>
  <p:tag name="KSO_WM_UNIT_VALUE" val="8"/>
  <p:tag name="KSO_WM_UNIT_TYPE" val="f"/>
  <p:tag name="KSO_WM_UNIT_INDEX" val="1"/>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VALUE" val="585"/>
  <p:tag name="KSO_WM_UNIT_TYPE" val="f"/>
  <p:tag name="KSO_WM_UNIT_INDEX" val="1"/>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1"/>
  <p:tag name="KSO_WM_UNIT_LAYERLEVEL" val="1"/>
  <p:tag name="KSO_WM_TAG_VERSION" val="1.0"/>
  <p:tag name="KSO_WM_BEAUTIFY_FLAG" val="#wm#"/>
  <p:tag name="KSO_WM_UNIT_TYPE" val="i"/>
  <p:tag name="KSO_WM_UNIT_INDEX" val="1"/>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2"/>
  <p:tag name="KSO_WM_UNIT_LAYERLEVEL" val="1"/>
  <p:tag name="KSO_WM_TAG_VERSION" val="1.0"/>
  <p:tag name="KSO_WM_BEAUTIFY_FLAG" val="#wm#"/>
  <p:tag name="KSO_WM_UNIT_TYPE" val="i"/>
  <p:tag name="KSO_WM_UNIT_INDEX" val="2"/>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3"/>
  <p:tag name="KSO_WM_UNIT_LAYERLEVEL" val="1"/>
  <p:tag name="KSO_WM_TAG_VERSION" val="1.0"/>
  <p:tag name="KSO_WM_BEAUTIFY_FLAG" val="#wm#"/>
  <p:tag name="KSO_WM_UNIT_TYPE" val="i"/>
  <p:tag name="KSO_WM_UNIT_INDEX" val="3"/>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4"/>
  <p:tag name="KSO_WM_UNIT_LAYERLEVEL" val="1"/>
  <p:tag name="KSO_WM_TAG_VERSION" val="1.0"/>
  <p:tag name="KSO_WM_BEAUTIFY_FLAG" val="#wm#"/>
  <p:tag name="KSO_WM_UNIT_TYPE" val="i"/>
  <p:tag name="KSO_WM_UNIT_INDEX" val="4"/>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5"/>
  <p:tag name="KSO_WM_UNIT_LAYERLEVEL" val="1"/>
  <p:tag name="KSO_WM_TAG_VERSION" val="1.0"/>
  <p:tag name="KSO_WM_BEAUTIFY_FLAG" val="#wm#"/>
  <p:tag name="KSO_WM_UNIT_TYPE" val="i"/>
  <p:tag name="KSO_WM_UNIT_INDEX" val="5"/>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6"/>
  <p:tag name="KSO_WM_UNIT_LAYERLEVEL" val="1"/>
  <p:tag name="KSO_WM_TAG_VERSION" val="1.0"/>
  <p:tag name="KSO_WM_BEAUTIFY_FLAG" val="#wm#"/>
  <p:tag name="KSO_WM_UNIT_TYPE" val="i"/>
  <p:tag name="KSO_WM_UNIT_INDEX" val="6"/>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7"/>
  <p:tag name="KSO_WM_UNIT_LAYERLEVEL" val="1"/>
  <p:tag name="KSO_WM_TAG_VERSION" val="1.0"/>
  <p:tag name="KSO_WM_BEAUTIFY_FLAG" val="#wm#"/>
  <p:tag name="KSO_WM_UNIT_TYPE" val="i"/>
  <p:tag name="KSO_WM_UNIT_INDEX" val="7"/>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8"/>
  <p:tag name="KSO_WM_UNIT_LAYERLEVEL" val="1"/>
  <p:tag name="KSO_WM_TAG_VERSION" val="1.0"/>
  <p:tag name="KSO_WM_BEAUTIFY_FLAG" val="#wm#"/>
  <p:tag name="KSO_WM_UNIT_TYPE" val="i"/>
  <p:tag name="KSO_WM_UNIT_INDEX" val="8"/>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9"/>
  <p:tag name="KSO_WM_UNIT_LAYERLEVEL" val="1"/>
  <p:tag name="KSO_WM_TAG_VERSION" val="1.0"/>
  <p:tag name="KSO_WM_BEAUTIFY_FLAG" val="#wm#"/>
  <p:tag name="KSO_WM_UNIT_TYPE" val="i"/>
  <p:tag name="KSO_WM_UNIT_INDEX" val="9"/>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10"/>
  <p:tag name="KSO_WM_UNIT_LAYERLEVEL" val="1"/>
  <p:tag name="KSO_WM_TAG_VERSION" val="1.0"/>
  <p:tag name="KSO_WM_BEAUTIFY_FLAG" val="#wm#"/>
  <p:tag name="KSO_WM_UNIT_TYPE" val="i"/>
  <p:tag name="KSO_WM_UNIT_INDEX" val="10"/>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11"/>
  <p:tag name="KSO_WM_UNIT_LAYERLEVEL" val="1"/>
  <p:tag name="KSO_WM_TAG_VERSION" val="1.0"/>
  <p:tag name="KSO_WM_BEAUTIFY_FLAG" val="#wm#"/>
  <p:tag name="KSO_WM_UNIT_TYPE" val="i"/>
  <p:tag name="KSO_WM_UNIT_INDEX" val="11"/>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12"/>
  <p:tag name="KSO_WM_UNIT_LAYERLEVEL" val="1"/>
  <p:tag name="KSO_WM_TAG_VERSION" val="1.0"/>
  <p:tag name="KSO_WM_BEAUTIFY_FLAG" val="#wm#"/>
  <p:tag name="KSO_WM_UNIT_TYPE" val="i"/>
  <p:tag name="KSO_WM_UNIT_INDEX" val="12"/>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13"/>
  <p:tag name="KSO_WM_UNIT_LAYERLEVEL" val="1"/>
  <p:tag name="KSO_WM_TAG_VERSION" val="1.0"/>
  <p:tag name="KSO_WM_BEAUTIFY_FLAG" val="#wm#"/>
  <p:tag name="KSO_WM_UNIT_TYPE" val="i"/>
  <p:tag name="KSO_WM_UNIT_INDEX" val="13"/>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14"/>
  <p:tag name="KSO_WM_UNIT_LAYERLEVEL" val="1"/>
  <p:tag name="KSO_WM_TAG_VERSION" val="1.0"/>
  <p:tag name="KSO_WM_BEAUTIFY_FLAG" val="#wm#"/>
  <p:tag name="KSO_WM_UNIT_TYPE" val="i"/>
  <p:tag name="KSO_WM_UNIT_INDEX" val="14"/>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15"/>
  <p:tag name="KSO_WM_UNIT_LAYERLEVEL" val="1"/>
  <p:tag name="KSO_WM_TAG_VERSION" val="1.0"/>
  <p:tag name="KSO_WM_BEAUTIFY_FLAG" val="#wm#"/>
  <p:tag name="KSO_WM_UNIT_TYPE" val="i"/>
  <p:tag name="KSO_WM_UNIT_INDEX" val="15"/>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16"/>
  <p:tag name="KSO_WM_UNIT_LAYERLEVEL" val="1"/>
  <p:tag name="KSO_WM_TAG_VERSION" val="1.0"/>
  <p:tag name="KSO_WM_BEAUTIFY_FLAG" val="#wm#"/>
  <p:tag name="KSO_WM_UNIT_TYPE" val="i"/>
  <p:tag name="KSO_WM_UNIT_INDEX" val="16"/>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17"/>
  <p:tag name="KSO_WM_UNIT_LAYERLEVEL" val="1"/>
  <p:tag name="KSO_WM_TAG_VERSION" val="1.0"/>
  <p:tag name="KSO_WM_BEAUTIFY_FLAG" val="#wm#"/>
  <p:tag name="KSO_WM_UNIT_TYPE" val="i"/>
  <p:tag name="KSO_WM_UNIT_INDEX" val="17"/>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18"/>
  <p:tag name="KSO_WM_UNIT_LAYERLEVEL" val="1"/>
  <p:tag name="KSO_WM_TAG_VERSION" val="1.0"/>
  <p:tag name="KSO_WM_BEAUTIFY_FLAG" val="#wm#"/>
  <p:tag name="KSO_WM_UNIT_TYPE" val="i"/>
  <p:tag name="KSO_WM_UNIT_INDEX" val="18"/>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19"/>
  <p:tag name="KSO_WM_UNIT_LAYERLEVEL" val="1"/>
  <p:tag name="KSO_WM_TAG_VERSION" val="1.0"/>
  <p:tag name="KSO_WM_BEAUTIFY_FLAG" val="#wm#"/>
  <p:tag name="KSO_WM_UNIT_TYPE" val="i"/>
  <p:tag name="KSO_WM_UNIT_INDEX" val="19"/>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20"/>
  <p:tag name="KSO_WM_UNIT_LAYERLEVEL" val="1"/>
  <p:tag name="KSO_WM_TAG_VERSION" val="1.0"/>
  <p:tag name="KSO_WM_BEAUTIFY_FLAG" val="#wm#"/>
  <p:tag name="KSO_WM_UNIT_TYPE" val="i"/>
  <p:tag name="KSO_WM_UNIT_INDEX" val="20"/>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21"/>
  <p:tag name="KSO_WM_UNIT_LAYERLEVEL" val="1"/>
  <p:tag name="KSO_WM_TAG_VERSION" val="1.0"/>
  <p:tag name="KSO_WM_BEAUTIFY_FLAG" val="#wm#"/>
  <p:tag name="KSO_WM_UNIT_TYPE" val="i"/>
  <p:tag name="KSO_WM_UNIT_INDEX" val="21"/>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22"/>
  <p:tag name="KSO_WM_UNIT_LAYERLEVEL" val="1"/>
  <p:tag name="KSO_WM_TAG_VERSION" val="1.0"/>
  <p:tag name="KSO_WM_BEAUTIFY_FLAG" val="#wm#"/>
  <p:tag name="KSO_WM_UNIT_TYPE" val="i"/>
  <p:tag name="KSO_WM_UNIT_INDEX" val="22"/>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23"/>
  <p:tag name="KSO_WM_UNIT_LAYERLEVEL" val="1"/>
  <p:tag name="KSO_WM_TAG_VERSION" val="1.0"/>
  <p:tag name="KSO_WM_BEAUTIFY_FLAG" val="#wm#"/>
  <p:tag name="KSO_WM_UNIT_TYPE" val="i"/>
  <p:tag name="KSO_WM_UNIT_INDEX" val="23"/>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24"/>
  <p:tag name="KSO_WM_UNIT_LAYERLEVEL" val="1"/>
  <p:tag name="KSO_WM_TAG_VERSION" val="1.0"/>
  <p:tag name="KSO_WM_BEAUTIFY_FLAG" val="#wm#"/>
  <p:tag name="KSO_WM_UNIT_TYPE" val="i"/>
  <p:tag name="KSO_WM_UNIT_INDEX" val="24"/>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25"/>
  <p:tag name="KSO_WM_UNIT_LAYERLEVEL" val="1"/>
  <p:tag name="KSO_WM_TAG_VERSION" val="1.0"/>
  <p:tag name="KSO_WM_BEAUTIFY_FLAG" val="#wm#"/>
  <p:tag name="KSO_WM_UNIT_TYPE" val="i"/>
  <p:tag name="KSO_WM_UNIT_INDEX" val="25"/>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26"/>
  <p:tag name="KSO_WM_UNIT_LAYERLEVEL" val="1"/>
  <p:tag name="KSO_WM_TAG_VERSION" val="1.0"/>
  <p:tag name="KSO_WM_BEAUTIFY_FLAG" val="#wm#"/>
  <p:tag name="KSO_WM_UNIT_TYPE" val="i"/>
  <p:tag name="KSO_WM_UNIT_INDEX" val="26"/>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27"/>
  <p:tag name="KSO_WM_UNIT_LAYERLEVEL" val="1"/>
  <p:tag name="KSO_WM_TAG_VERSION" val="1.0"/>
  <p:tag name="KSO_WM_BEAUTIFY_FLAG" val="#wm#"/>
  <p:tag name="KSO_WM_UNIT_TYPE" val="i"/>
  <p:tag name="KSO_WM_UNIT_INDEX" val="27"/>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28"/>
  <p:tag name="KSO_WM_UNIT_LAYERLEVEL" val="1"/>
  <p:tag name="KSO_WM_TAG_VERSION" val="1.0"/>
  <p:tag name="KSO_WM_BEAUTIFY_FLAG" val="#wm#"/>
  <p:tag name="KSO_WM_UNIT_TYPE" val="i"/>
  <p:tag name="KSO_WM_UNIT_INDEX" val="28"/>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a*1"/>
  <p:tag name="KSO_WM_UNIT_LAYERLEVEL" val="1"/>
  <p:tag name="KSO_WM_TAG_VERSION" val="1.0"/>
  <p:tag name="KSO_WM_BEAUTIFY_FLAG" val="#wm#"/>
  <p:tag name="KSO_WM_UNIT_ISCONTENTSTITLE" val="1"/>
  <p:tag name="KSO_WM_UNIT_ISNUMDGMTITLE" val="0"/>
  <p:tag name="KSO_WM_UNIT_PRESET_TEXT" val="标题"/>
  <p:tag name="KSO_WM_UNIT_NOCLEAR" val="0"/>
  <p:tag name="KSO_WM_UNIT_VALUE" val="3"/>
  <p:tag name="KSO_WM_UNIT_TYPE" val="a"/>
  <p:tag name="KSO_WM_UNIT_INDEX" val="1"/>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
  <p:tag name="KSO_WM_UNIT_LAYERLEVEL" val="1"/>
  <p:tag name="KSO_WM_TAG_VERSION" val="1.0"/>
  <p:tag name="KSO_WM_BEAUTIFY_FLAG" val="#wm#"/>
  <p:tag name="KSO_WM_UNIT_TYPE" val="i"/>
  <p:tag name="KSO_WM_UNIT_INDEX" val="1"/>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2"/>
  <p:tag name="KSO_WM_UNIT_LAYERLEVEL" val="1"/>
  <p:tag name="KSO_WM_TAG_VERSION" val="1.0"/>
  <p:tag name="KSO_WM_BEAUTIFY_FLAG" val="#wm#"/>
  <p:tag name="KSO_WM_UNIT_TYPE" val="i"/>
  <p:tag name="KSO_WM_UNIT_INDEX" val="2"/>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3"/>
  <p:tag name="KSO_WM_UNIT_LAYERLEVEL" val="1"/>
  <p:tag name="KSO_WM_TAG_VERSION" val="1.0"/>
  <p:tag name="KSO_WM_BEAUTIFY_FLAG" val="#wm#"/>
  <p:tag name="KSO_WM_UNIT_TYPE" val="i"/>
  <p:tag name="KSO_WM_UNIT_INDEX" val="3"/>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4"/>
  <p:tag name="KSO_WM_UNIT_LAYERLEVEL" val="1"/>
  <p:tag name="KSO_WM_TAG_VERSION" val="1.0"/>
  <p:tag name="KSO_WM_BEAUTIFY_FLAG" val="#wm#"/>
  <p:tag name="KSO_WM_UNIT_TYPE" val="i"/>
  <p:tag name="KSO_WM_UNIT_INDEX" val="4"/>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5"/>
  <p:tag name="KSO_WM_UNIT_LAYERLEVEL" val="1"/>
  <p:tag name="KSO_WM_TAG_VERSION" val="1.0"/>
  <p:tag name="KSO_WM_BEAUTIFY_FLAG" val="#wm#"/>
  <p:tag name="KSO_WM_UNIT_TYPE" val="i"/>
  <p:tag name="KSO_WM_UNIT_INDEX" val="5"/>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6"/>
  <p:tag name="KSO_WM_UNIT_LAYERLEVEL" val="1"/>
  <p:tag name="KSO_WM_TAG_VERSION" val="1.0"/>
  <p:tag name="KSO_WM_BEAUTIFY_FLAG" val="#wm#"/>
  <p:tag name="KSO_WM_UNIT_TYPE" val="i"/>
  <p:tag name="KSO_WM_UNIT_INDEX" val="6"/>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7"/>
  <p:tag name="KSO_WM_UNIT_LAYERLEVEL" val="1"/>
  <p:tag name="KSO_WM_TAG_VERSION" val="1.0"/>
  <p:tag name="KSO_WM_BEAUTIFY_FLAG" val="#wm#"/>
  <p:tag name="KSO_WM_UNIT_TYPE" val="i"/>
  <p:tag name="KSO_WM_UNIT_INDEX" val="7"/>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8"/>
  <p:tag name="KSO_WM_UNIT_LAYERLEVEL" val="1"/>
  <p:tag name="KSO_WM_TAG_VERSION" val="1.0"/>
  <p:tag name="KSO_WM_BEAUTIFY_FLAG" val="#wm#"/>
  <p:tag name="KSO_WM_UNIT_TYPE" val="i"/>
  <p:tag name="KSO_WM_UNIT_INDEX" val="8"/>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9"/>
  <p:tag name="KSO_WM_UNIT_LAYERLEVEL" val="1"/>
  <p:tag name="KSO_WM_TAG_VERSION" val="1.0"/>
  <p:tag name="KSO_WM_BEAUTIFY_FLAG" val="#wm#"/>
  <p:tag name="KSO_WM_UNIT_TYPE" val="i"/>
  <p:tag name="KSO_WM_UNIT_INDEX" val="9"/>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0"/>
  <p:tag name="KSO_WM_UNIT_LAYERLEVEL" val="1"/>
  <p:tag name="KSO_WM_TAG_VERSION" val="1.0"/>
  <p:tag name="KSO_WM_BEAUTIFY_FLAG" val="#wm#"/>
  <p:tag name="KSO_WM_UNIT_TYPE" val="i"/>
  <p:tag name="KSO_WM_UNIT_INDEX" val="10"/>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1"/>
  <p:tag name="KSO_WM_UNIT_LAYERLEVEL" val="1"/>
  <p:tag name="KSO_WM_TAG_VERSION" val="1.0"/>
  <p:tag name="KSO_WM_BEAUTIFY_FLAG" val="#wm#"/>
  <p:tag name="KSO_WM_UNIT_TYPE" val="i"/>
  <p:tag name="KSO_WM_UNIT_INDEX" val="11"/>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2"/>
  <p:tag name="KSO_WM_UNIT_LAYERLEVEL" val="1"/>
  <p:tag name="KSO_WM_TAG_VERSION" val="1.0"/>
  <p:tag name="KSO_WM_BEAUTIFY_FLAG" val="#wm#"/>
  <p:tag name="KSO_WM_UNIT_TYPE" val="i"/>
  <p:tag name="KSO_WM_UNIT_INDEX" val="12"/>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3"/>
  <p:tag name="KSO_WM_UNIT_LAYERLEVEL" val="1"/>
  <p:tag name="KSO_WM_TAG_VERSION" val="1.0"/>
  <p:tag name="KSO_WM_BEAUTIFY_FLAG" val="#wm#"/>
  <p:tag name="KSO_WM_UNIT_TYPE" val="i"/>
  <p:tag name="KSO_WM_UNIT_INDEX" val="13"/>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4"/>
  <p:tag name="KSO_WM_UNIT_LAYERLEVEL" val="1"/>
  <p:tag name="KSO_WM_TAG_VERSION" val="1.0"/>
  <p:tag name="KSO_WM_BEAUTIFY_FLAG" val="#wm#"/>
  <p:tag name="KSO_WM_UNIT_TYPE" val="i"/>
  <p:tag name="KSO_WM_UNIT_INDEX" val="14"/>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5"/>
  <p:tag name="KSO_WM_UNIT_LAYERLEVEL" val="1"/>
  <p:tag name="KSO_WM_TAG_VERSION" val="1.0"/>
  <p:tag name="KSO_WM_BEAUTIFY_FLAG" val="#wm#"/>
  <p:tag name="KSO_WM_UNIT_TYPE" val="i"/>
  <p:tag name="KSO_WM_UNIT_INDEX" val="15"/>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6"/>
  <p:tag name="KSO_WM_UNIT_LAYERLEVEL" val="1"/>
  <p:tag name="KSO_WM_TAG_VERSION" val="1.0"/>
  <p:tag name="KSO_WM_BEAUTIFY_FLAG" val="#wm#"/>
  <p:tag name="KSO_WM_UNIT_TYPE" val="i"/>
  <p:tag name="KSO_WM_UNIT_INDEX" val="16"/>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7"/>
  <p:tag name="KSO_WM_UNIT_LAYERLEVEL" val="1"/>
  <p:tag name="KSO_WM_TAG_VERSION" val="1.0"/>
  <p:tag name="KSO_WM_BEAUTIFY_FLAG" val="#wm#"/>
  <p:tag name="KSO_WM_UNIT_TYPE" val="i"/>
  <p:tag name="KSO_WM_UNIT_INDEX" val="17"/>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8"/>
  <p:tag name="KSO_WM_UNIT_LAYERLEVEL" val="1"/>
  <p:tag name="KSO_WM_TAG_VERSION" val="1.0"/>
  <p:tag name="KSO_WM_BEAUTIFY_FLAG" val="#wm#"/>
  <p:tag name="KSO_WM_UNIT_TYPE" val="i"/>
  <p:tag name="KSO_WM_UNIT_INDEX" val="18"/>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9"/>
  <p:tag name="KSO_WM_UNIT_LAYERLEVEL" val="1"/>
  <p:tag name="KSO_WM_TAG_VERSION" val="1.0"/>
  <p:tag name="KSO_WM_BEAUTIFY_FLAG" val="#wm#"/>
  <p:tag name="KSO_WM_UNIT_TYPE" val="i"/>
  <p:tag name="KSO_WM_UNIT_INDEX" val="19"/>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20"/>
  <p:tag name="KSO_WM_UNIT_LAYERLEVEL" val="1"/>
  <p:tag name="KSO_WM_TAG_VERSION" val="1.0"/>
  <p:tag name="KSO_WM_BEAUTIFY_FLAG" val="#wm#"/>
  <p:tag name="KSO_WM_UNIT_TYPE" val="i"/>
  <p:tag name="KSO_WM_UNIT_INDEX" val="20"/>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21"/>
  <p:tag name="KSO_WM_UNIT_LAYERLEVEL" val="1"/>
  <p:tag name="KSO_WM_TAG_VERSION" val="1.0"/>
  <p:tag name="KSO_WM_BEAUTIFY_FLAG" val="#wm#"/>
  <p:tag name="KSO_WM_UNIT_TYPE" val="i"/>
  <p:tag name="KSO_WM_UNIT_INDEX" val="21"/>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22"/>
  <p:tag name="KSO_WM_UNIT_LAYERLEVEL" val="1"/>
  <p:tag name="KSO_WM_TAG_VERSION" val="1.0"/>
  <p:tag name="KSO_WM_BEAUTIFY_FLAG" val="#wm#"/>
  <p:tag name="KSO_WM_UNIT_TYPE" val="i"/>
  <p:tag name="KSO_WM_UNIT_INDEX" val="22"/>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23"/>
  <p:tag name="KSO_WM_UNIT_LAYERLEVEL" val="1"/>
  <p:tag name="KSO_WM_TAG_VERSION" val="1.0"/>
  <p:tag name="KSO_WM_BEAUTIFY_FLAG" val="#wm#"/>
  <p:tag name="KSO_WM_UNIT_TYPE" val="i"/>
  <p:tag name="KSO_WM_UNIT_INDEX" val="23"/>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24"/>
  <p:tag name="KSO_WM_UNIT_LAYERLEVEL" val="1"/>
  <p:tag name="KSO_WM_TAG_VERSION" val="1.0"/>
  <p:tag name="KSO_WM_BEAUTIFY_FLAG" val="#wm#"/>
  <p:tag name="KSO_WM_UNIT_TYPE" val="i"/>
  <p:tag name="KSO_WM_UNIT_INDEX" val="24"/>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25"/>
  <p:tag name="KSO_WM_UNIT_LAYERLEVEL" val="1"/>
  <p:tag name="KSO_WM_TAG_VERSION" val="1.0"/>
  <p:tag name="KSO_WM_BEAUTIFY_FLAG" val="#wm#"/>
  <p:tag name="KSO_WM_UNIT_TYPE" val="i"/>
  <p:tag name="KSO_WM_UNIT_INDEX" val="25"/>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26"/>
  <p:tag name="KSO_WM_UNIT_LAYERLEVEL" val="1"/>
  <p:tag name="KSO_WM_TAG_VERSION" val="1.0"/>
  <p:tag name="KSO_WM_BEAUTIFY_FLAG" val="#wm#"/>
  <p:tag name="KSO_WM_UNIT_TYPE" val="i"/>
  <p:tag name="KSO_WM_UNIT_INDEX" val="26"/>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27"/>
  <p:tag name="KSO_WM_UNIT_LAYERLEVEL" val="1"/>
  <p:tag name="KSO_WM_TAG_VERSION" val="1.0"/>
  <p:tag name="KSO_WM_BEAUTIFY_FLAG" val="#wm#"/>
  <p:tag name="KSO_WM_UNIT_TYPE" val="i"/>
  <p:tag name="KSO_WM_UNIT_INDEX" val="27"/>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28"/>
  <p:tag name="KSO_WM_UNIT_LAYERLEVEL" val="1"/>
  <p:tag name="KSO_WM_TAG_VERSION" val="1.0"/>
  <p:tag name="KSO_WM_BEAUTIFY_FLAG" val="#wm#"/>
  <p:tag name="KSO_WM_UNIT_TYPE" val="i"/>
  <p:tag name="KSO_WM_UNIT_INDEX" val="28"/>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VALUE" val="14"/>
  <p:tag name="KSO_WM_UNIT_TYPE" val="a"/>
  <p:tag name="KSO_WM_UNIT_INDEX" val="1"/>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4.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ID" val="_4*e*1"/>
  <p:tag name="KSO_WM_UNIT_LAYERLEVEL" val="1"/>
  <p:tag name="KSO_WM_TAG_VERSION" val="1.0"/>
  <p:tag name="KSO_WM_BEAUTIFY_FLAG" val="#wm#"/>
  <p:tag name="KSO_WM_UNIT_PRESET_TEXT" val="节编号"/>
  <p:tag name="KSO_WM_UNIT_NOCLEAR" val="0"/>
  <p:tag name="KSO_WM_UNIT_VALUE" val="13"/>
  <p:tag name="KSO_WM_UNIT_TYPE" val="e"/>
  <p:tag name="KSO_WM_UNIT_INDEX" val="1"/>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VALUE" val="273"/>
  <p:tag name="KSO_WM_UNIT_TYPE" val="f"/>
  <p:tag name="KSO_WM_UNIT_INDEX" val="1"/>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f*2"/>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VALUE" val="273"/>
  <p:tag name="KSO_WM_UNIT_TYPE" val="f"/>
  <p:tag name="KSO_WM_UNIT_INDEX" val="2"/>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a*1_1"/>
  <p:tag name="KSO_WM_UNIT_LAYERLEVEL" val="1_1"/>
  <p:tag name="KSO_WM_TAG_VERSION" val="1.0"/>
  <p:tag name="KSO_WM_BEAUTIFY_FLAG" val="#wm#"/>
  <p:tag name="KSO_WM_UNIT_PRESET_TEXT" val="单击此处编辑母版文本样式"/>
  <p:tag name="KSO_WM_UNIT_NOCLEAR" val="0"/>
  <p:tag name="KSO_WM_UNIT_TYPE" val="h_a"/>
  <p:tag name="KSO_WM_UNIT_INDEX" val="1_1"/>
  <p:tag name="KSO_WM_UNIT_ISCONTENTSTITLE" val="0"/>
  <p:tag name="KSO_WM_UNIT_ISNUMDGMTITLE" val="0"/>
  <p:tag name="KSO_WM_UNIT_VALUE" val="19"/>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f*1_1"/>
  <p:tag name="KSO_WM_UNIT_LAYERLEVEL" val="1_1"/>
  <p:tag name="KSO_WM_TAG_VERSION" val="1.0"/>
  <p:tag name="KSO_WM_BEAUTIFY_FLAG" val="#wm#"/>
  <p:tag name="KSO_WM_UNIT_SUBTYPE" val="a"/>
  <p:tag name="KSO_WM_UNIT_PRESET_TEXT" val="单击此处编辑母版文本样式&#10;二级&#10;三级&#10;四级&#10;五级"/>
  <p:tag name="KSO_WM_UNIT_NOCLEAR" val="0"/>
  <p:tag name="KSO_WM_UNIT_VALUE" val="231"/>
  <p:tag name="KSO_WM_UNIT_TYPE" val="h_f"/>
  <p:tag name="KSO_WM_UNIT_INDEX" val="1_1"/>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a*2_1"/>
  <p:tag name="KSO_WM_UNIT_LAYERLEVEL" val="1_1"/>
  <p:tag name="KSO_WM_TAG_VERSION" val="1.0"/>
  <p:tag name="KSO_WM_BEAUTIFY_FLAG" val="#wm#"/>
  <p:tag name="KSO_WM_UNIT_PRESET_TEXT" val="单击此处编辑母版文本样式"/>
  <p:tag name="KSO_WM_UNIT_NOCLEAR" val="0"/>
  <p:tag name="KSO_WM_UNIT_TYPE" val="h_a"/>
  <p:tag name="KSO_WM_UNIT_INDEX" val="2_1"/>
  <p:tag name="KSO_WM_UNIT_ISCONTENTSTITLE" val="0"/>
  <p:tag name="KSO_WM_UNIT_ISNUMDGMTITLE" val="0"/>
  <p:tag name="KSO_WM_UNIT_VALUE" val="19"/>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f*2_1"/>
  <p:tag name="KSO_WM_UNIT_LAYERLEVEL" val="1_1"/>
  <p:tag name="KSO_WM_TAG_VERSION" val="1.0"/>
  <p:tag name="KSO_WM_BEAUTIFY_FLAG" val="#wm#"/>
  <p:tag name="KSO_WM_UNIT_SUBTYPE" val="a"/>
  <p:tag name="KSO_WM_UNIT_PRESET_TEXT" val="单击此处编辑母版文本样式&#10;二级&#10;三级&#10;四级&#10;五级"/>
  <p:tag name="KSO_WM_UNIT_NOCLEAR" val="0"/>
  <p:tag name="KSO_WM_UNIT_VALUE" val="231"/>
  <p:tag name="KSO_WM_UNIT_TYPE" val="h_f"/>
  <p:tag name="KSO_WM_UNIT_INDEX" val="2_1"/>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VALUE" val="720"/>
  <p:tag name="KSO_WM_UNIT_TYPE" val="f"/>
  <p:tag name="KSO_WM_UNIT_INDEX" val="1"/>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b*1"/>
  <p:tag name="KSO_WM_UNIT_LAYERLEVEL" val="1"/>
  <p:tag name="KSO_WM_TAG_VERSION" val="1.0"/>
  <p:tag name="KSO_WM_BEAUTIFY_FLAG" val="#wm#"/>
  <p:tag name="KSO_WM_UNIT_ISCONTENTSTITLE" val="0"/>
  <p:tag name="KSO_WM_UNIT_ISNUMDGMTITLE" val="0"/>
  <p:tag name="KSO_WM_UNIT_PRESET_TEXT" val="单击此处编辑母版副标题样式"/>
  <p:tag name="KSO_WM_UNIT_NOCLEAR" val="0"/>
  <p:tag name="KSO_WM_UNIT_VALUE" val="40"/>
  <p:tag name="KSO_WM_UNIT_TYPE" val="b"/>
  <p:tag name="KSO_WM_UNIT_INDEX" val="1"/>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
  <p:tag name="KSO_WM_UNIT_LAYERLEVEL" val="1"/>
  <p:tag name="KSO_WM_TAG_VERSION" val="1.0"/>
  <p:tag name="KSO_WM_BEAUTIFY_FLAG" val="#wm#"/>
  <p:tag name="KSO_WM_UNIT_TYPE" val="i"/>
  <p:tag name="KSO_WM_UNIT_INDEX" val="1"/>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
  <p:tag name="KSO_WM_UNIT_LAYERLEVEL" val="1"/>
  <p:tag name="KSO_WM_TAG_VERSION" val="1.0"/>
  <p:tag name="KSO_WM_BEAUTIFY_FLAG" val="#wm#"/>
  <p:tag name="KSO_WM_UNIT_TYPE" val="i"/>
  <p:tag name="KSO_WM_UNIT_INDEX" val="2"/>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3"/>
  <p:tag name="KSO_WM_UNIT_LAYERLEVEL" val="1"/>
  <p:tag name="KSO_WM_TAG_VERSION" val="1.0"/>
  <p:tag name="KSO_WM_BEAUTIFY_FLAG" val="#wm#"/>
  <p:tag name="KSO_WM_UNIT_TYPE" val="i"/>
  <p:tag name="KSO_WM_UNIT_INDEX" val="3"/>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4"/>
  <p:tag name="KSO_WM_UNIT_LAYERLEVEL" val="1"/>
  <p:tag name="KSO_WM_TAG_VERSION" val="1.0"/>
  <p:tag name="KSO_WM_BEAUTIFY_FLAG" val="#wm#"/>
  <p:tag name="KSO_WM_UNIT_TYPE" val="i"/>
  <p:tag name="KSO_WM_UNIT_INDEX" val="4"/>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5"/>
  <p:tag name="KSO_WM_UNIT_LAYERLEVEL" val="1"/>
  <p:tag name="KSO_WM_TAG_VERSION" val="1.0"/>
  <p:tag name="KSO_WM_BEAUTIFY_FLAG" val="#wm#"/>
  <p:tag name="KSO_WM_UNIT_TYPE" val="i"/>
  <p:tag name="KSO_WM_UNIT_INDEX" val="5"/>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6"/>
  <p:tag name="KSO_WM_UNIT_LAYERLEVEL" val="1"/>
  <p:tag name="KSO_WM_TAG_VERSION" val="1.0"/>
  <p:tag name="KSO_WM_BEAUTIFY_FLAG" val="#wm#"/>
  <p:tag name="KSO_WM_UNIT_TYPE" val="i"/>
  <p:tag name="KSO_WM_UNIT_INDEX" val="6"/>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7"/>
  <p:tag name="KSO_WM_UNIT_LAYERLEVEL" val="1"/>
  <p:tag name="KSO_WM_TAG_VERSION" val="1.0"/>
  <p:tag name="KSO_WM_BEAUTIFY_FLAG" val="#wm#"/>
  <p:tag name="KSO_WM_UNIT_TYPE" val="i"/>
  <p:tag name="KSO_WM_UNIT_INDEX" val="7"/>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8"/>
  <p:tag name="KSO_WM_UNIT_LAYERLEVEL" val="1"/>
  <p:tag name="KSO_WM_TAG_VERSION" val="1.0"/>
  <p:tag name="KSO_WM_BEAUTIFY_FLAG" val="#wm#"/>
  <p:tag name="KSO_WM_UNIT_TYPE" val="i"/>
  <p:tag name="KSO_WM_UNIT_INDEX" val="8"/>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9"/>
  <p:tag name="KSO_WM_UNIT_LAYERLEVEL" val="1"/>
  <p:tag name="KSO_WM_TAG_VERSION" val="1.0"/>
  <p:tag name="KSO_WM_BEAUTIFY_FLAG" val="#wm#"/>
  <p:tag name="KSO_WM_UNIT_TYPE" val="i"/>
  <p:tag name="KSO_WM_UNIT_INDEX" val="9"/>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0"/>
  <p:tag name="KSO_WM_UNIT_LAYERLEVEL" val="1"/>
  <p:tag name="KSO_WM_TAG_VERSION" val="1.0"/>
  <p:tag name="KSO_WM_BEAUTIFY_FLAG" val="#wm#"/>
  <p:tag name="KSO_WM_UNIT_TYPE" val="i"/>
  <p:tag name="KSO_WM_UNIT_INDEX" val="10"/>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1"/>
  <p:tag name="KSO_WM_UNIT_LAYERLEVEL" val="1"/>
  <p:tag name="KSO_WM_TAG_VERSION" val="1.0"/>
  <p:tag name="KSO_WM_BEAUTIFY_FLAG" val="#wm#"/>
  <p:tag name="KSO_WM_UNIT_TYPE" val="i"/>
  <p:tag name="KSO_WM_UNIT_INDEX" val="11"/>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2"/>
  <p:tag name="KSO_WM_UNIT_LAYERLEVEL" val="1"/>
  <p:tag name="KSO_WM_TAG_VERSION" val="1.0"/>
  <p:tag name="KSO_WM_BEAUTIFY_FLAG" val="#wm#"/>
  <p:tag name="KSO_WM_UNIT_TYPE" val="i"/>
  <p:tag name="KSO_WM_UNIT_INDEX" val="12"/>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3"/>
  <p:tag name="KSO_WM_UNIT_LAYERLEVEL" val="1"/>
  <p:tag name="KSO_WM_TAG_VERSION" val="1.0"/>
  <p:tag name="KSO_WM_BEAUTIFY_FLAG" val="#wm#"/>
  <p:tag name="KSO_WM_UNIT_TYPE" val="i"/>
  <p:tag name="KSO_WM_UNIT_INDEX" val="13"/>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4"/>
  <p:tag name="KSO_WM_UNIT_LAYERLEVEL" val="1"/>
  <p:tag name="KSO_WM_TAG_VERSION" val="1.0"/>
  <p:tag name="KSO_WM_BEAUTIFY_FLAG" val="#wm#"/>
  <p:tag name="KSO_WM_UNIT_TYPE" val="i"/>
  <p:tag name="KSO_WM_UNIT_INDEX" val="14"/>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5"/>
  <p:tag name="KSO_WM_UNIT_LAYERLEVEL" val="1"/>
  <p:tag name="KSO_WM_TAG_VERSION" val="1.0"/>
  <p:tag name="KSO_WM_BEAUTIFY_FLAG" val="#wm#"/>
  <p:tag name="KSO_WM_UNIT_TYPE" val="i"/>
  <p:tag name="KSO_WM_UNIT_INDEX" val="15"/>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6"/>
  <p:tag name="KSO_WM_UNIT_LAYERLEVEL" val="1"/>
  <p:tag name="KSO_WM_TAG_VERSION" val="1.0"/>
  <p:tag name="KSO_WM_BEAUTIFY_FLAG" val="#wm#"/>
  <p:tag name="KSO_WM_UNIT_TYPE" val="i"/>
  <p:tag name="KSO_WM_UNIT_INDEX" val="16"/>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7"/>
  <p:tag name="KSO_WM_UNIT_LAYERLEVEL" val="1"/>
  <p:tag name="KSO_WM_TAG_VERSION" val="1.0"/>
  <p:tag name="KSO_WM_BEAUTIFY_FLAG" val="#wm#"/>
  <p:tag name="KSO_WM_UNIT_TYPE" val="i"/>
  <p:tag name="KSO_WM_UNIT_INDEX" val="17"/>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8"/>
  <p:tag name="KSO_WM_UNIT_LAYERLEVEL" val="1"/>
  <p:tag name="KSO_WM_TAG_VERSION" val="1.0"/>
  <p:tag name="KSO_WM_BEAUTIFY_FLAG" val="#wm#"/>
  <p:tag name="KSO_WM_UNIT_TYPE" val="i"/>
  <p:tag name="KSO_WM_UNIT_INDEX" val="18"/>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9"/>
  <p:tag name="KSO_WM_UNIT_LAYERLEVEL" val="1"/>
  <p:tag name="KSO_WM_TAG_VERSION" val="1.0"/>
  <p:tag name="KSO_WM_BEAUTIFY_FLAG" val="#wm#"/>
  <p:tag name="KSO_WM_UNIT_TYPE" val="i"/>
  <p:tag name="KSO_WM_UNIT_INDEX" val="19"/>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0"/>
  <p:tag name="KSO_WM_UNIT_LAYERLEVEL" val="1"/>
  <p:tag name="KSO_WM_TAG_VERSION" val="1.0"/>
  <p:tag name="KSO_WM_BEAUTIFY_FLAG" val="#wm#"/>
  <p:tag name="KSO_WM_UNIT_TYPE" val="i"/>
  <p:tag name="KSO_WM_UNIT_INDEX" val="20"/>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1"/>
  <p:tag name="KSO_WM_UNIT_LAYERLEVEL" val="1"/>
  <p:tag name="KSO_WM_TAG_VERSION" val="1.0"/>
  <p:tag name="KSO_WM_BEAUTIFY_FLAG" val="#wm#"/>
  <p:tag name="KSO_WM_UNIT_TYPE" val="i"/>
  <p:tag name="KSO_WM_UNIT_INDEX" val="21"/>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2"/>
  <p:tag name="KSO_WM_UNIT_LAYERLEVEL" val="1"/>
  <p:tag name="KSO_WM_TAG_VERSION" val="1.0"/>
  <p:tag name="KSO_WM_BEAUTIFY_FLAG" val="#wm#"/>
  <p:tag name="KSO_WM_UNIT_TYPE" val="i"/>
  <p:tag name="KSO_WM_UNIT_INDEX" val="22"/>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3"/>
  <p:tag name="KSO_WM_UNIT_LAYERLEVEL" val="1"/>
  <p:tag name="KSO_WM_TAG_VERSION" val="1.0"/>
  <p:tag name="KSO_WM_BEAUTIFY_FLAG" val="#wm#"/>
  <p:tag name="KSO_WM_UNIT_TYPE" val="i"/>
  <p:tag name="KSO_WM_UNIT_INDEX" val="23"/>
</p:tagLst>
</file>

<file path=ppt/tags/tag1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4"/>
  <p:tag name="KSO_WM_UNIT_LAYERLEVEL" val="1"/>
  <p:tag name="KSO_WM_TAG_VERSION" val="1.0"/>
  <p:tag name="KSO_WM_BEAUTIFY_FLAG" val="#wm#"/>
  <p:tag name="KSO_WM_UNIT_TYPE" val="i"/>
  <p:tag name="KSO_WM_UNIT_INDEX" val="24"/>
</p:tagLst>
</file>

<file path=ppt/tags/tag1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5"/>
  <p:tag name="KSO_WM_UNIT_LAYERLEVEL" val="1"/>
  <p:tag name="KSO_WM_TAG_VERSION" val="1.0"/>
  <p:tag name="KSO_WM_BEAUTIFY_FLAG" val="#wm#"/>
  <p:tag name="KSO_WM_UNIT_TYPE" val="i"/>
  <p:tag name="KSO_WM_UNIT_INDEX" val="25"/>
</p:tagLst>
</file>

<file path=ppt/tags/tag1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6"/>
  <p:tag name="KSO_WM_UNIT_LAYERLEVEL" val="1"/>
  <p:tag name="KSO_WM_TAG_VERSION" val="1.0"/>
  <p:tag name="KSO_WM_BEAUTIFY_FLAG" val="#wm#"/>
  <p:tag name="KSO_WM_UNIT_TYPE" val="i"/>
  <p:tag name="KSO_WM_UNIT_INDEX" val="26"/>
</p:tagLst>
</file>

<file path=ppt/tags/tag1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7"/>
  <p:tag name="KSO_WM_UNIT_LAYERLEVEL" val="1"/>
  <p:tag name="KSO_WM_TAG_VERSION" val="1.0"/>
  <p:tag name="KSO_WM_BEAUTIFY_FLAG" val="#wm#"/>
  <p:tag name="KSO_WM_UNIT_TYPE" val="i"/>
  <p:tag name="KSO_WM_UNIT_INDEX" val="27"/>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8"/>
  <p:tag name="KSO_WM_UNIT_LAYERLEVEL" val="1"/>
  <p:tag name="KSO_WM_TAG_VERSION" val="1.0"/>
  <p:tag name="KSO_WM_BEAUTIFY_FLAG" val="#wm#"/>
  <p:tag name="KSO_WM_UNIT_TYPE" val="i"/>
  <p:tag name="KSO_WM_UNIT_INDEX" val="28"/>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9"/>
  <p:tag name="KSO_WM_UNIT_LAYERLEVEL" val="1"/>
  <p:tag name="KSO_WM_TAG_VERSION" val="1.0"/>
  <p:tag name="KSO_WM_BEAUTIFY_FLAG" val="#wm#"/>
  <p:tag name="KSO_WM_UNIT_TYPE" val="i"/>
  <p:tag name="KSO_WM_UNIT_INDEX" val="29"/>
</p:tagLst>
</file>

<file path=ppt/tags/tag1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30"/>
  <p:tag name="KSO_WM_UNIT_LAYERLEVEL" val="1"/>
  <p:tag name="KSO_WM_TAG_VERSION" val="1.0"/>
  <p:tag name="KSO_WM_BEAUTIFY_FLAG" val="#wm#"/>
  <p:tag name="KSO_WM_UNIT_TYPE" val="i"/>
  <p:tag name="KSO_WM_UNIT_INDEX" val="30"/>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31"/>
  <p:tag name="KSO_WM_UNIT_LAYERLEVEL" val="1"/>
  <p:tag name="KSO_WM_TAG_VERSION" val="1.0"/>
  <p:tag name="KSO_WM_BEAUTIFY_FLAG" val="#wm#"/>
  <p:tag name="KSO_WM_UNIT_TYPE" val="i"/>
  <p:tag name="KSO_WM_UNIT_INDEX" val="31"/>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VALUE" val="30"/>
  <p:tag name="KSO_WM_UNIT_TYPE" val="a"/>
  <p:tag name="KSO_WM_UNIT_INDEX" val="1"/>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UNIT_NOCLEAR" val="0"/>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f*2"/>
  <p:tag name="KSO_WM_UNIT_LAYERLEVEL" val="1"/>
  <p:tag name="KSO_WM_TAG_VERSION" val="1.0"/>
  <p:tag name="KSO_WM_BEAUTIFY_FLAG" val="#wm#"/>
  <p:tag name="KSO_WM_UNIT_PRESET_TEXT" val="公司名占位符"/>
  <p:tag name="KSO_WM_UNIT_NOCLEAR" val="0"/>
  <p:tag name="KSO_WM_UNIT_VALUE" val="16"/>
  <p:tag name="KSO_WM_UNIT_TYPE" val="f"/>
  <p:tag name="KSO_WM_UNIT_INDEX" val="2"/>
  <p:tag name="KSO_WM_UNIT_SUBTYPE" val="g"/>
</p:tagLst>
</file>

<file path=ppt/tags/tag2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f*4"/>
  <p:tag name="KSO_WM_UNIT_LAYERLEVEL" val="1"/>
  <p:tag name="KSO_WM_TAG_VERSION" val="1.0"/>
  <p:tag name="KSO_WM_BEAUTIFY_FLAG" val="#wm#"/>
  <p:tag name="KSO_WM_UNIT_SUBTYPE" val="b"/>
  <p:tag name="KSO_WM_UNIT_PRESET_TEXT" val="署名占位符"/>
  <p:tag name="KSO_WM_UNIT_NOCLEAR" val="0"/>
  <p:tag name="KSO_WM_UNIT_VALUE" val="8"/>
  <p:tag name="KSO_WM_UNIT_TYPE" val="f"/>
  <p:tag name="KSO_WM_UNIT_INDEX" val="4"/>
</p:tagLst>
</file>

<file path=ppt/tags/tag2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TEMPLATE_CATEGORY" val="custom"/>
  <p:tag name="KSO_WM_TEMPLATE_INDEX" val="20230996"/>
</p:tagLst>
</file>

<file path=ppt/tags/tag2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TYPE" val="f"/>
  <p:tag name="KSO_WM_UNIT_INDEX" val="1"/>
  <p:tag name="KSO_WM_TEMPLATE_CATEGORY" val="custom"/>
  <p:tag name="KSO_WM_TEMPLATE_INDEX" val="20230996"/>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1"/>
  <p:tag name="KSO_WM_UNIT_LAYERLEVEL" val="1"/>
  <p:tag name="KSO_WM_TAG_VERSION" val="1.0"/>
  <p:tag name="KSO_WM_BEAUTIFY_FLAG" val="#wm#"/>
  <p:tag name="KSO_WM_UNIT_TYPE" val="i"/>
  <p:tag name="KSO_WM_UNIT_INDEX" val="1"/>
</p:tagLst>
</file>

<file path=ppt/tags/tag2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2"/>
  <p:tag name="KSO_WM_UNIT_LAYERLEVEL" val="1"/>
  <p:tag name="KSO_WM_TAG_VERSION" val="1.0"/>
  <p:tag name="KSO_WM_BEAUTIFY_FLAG" val="#wm#"/>
  <p:tag name="KSO_WM_UNIT_TYPE" val="i"/>
  <p:tag name="KSO_WM_UNIT_INDEX" val="2"/>
</p:tagLst>
</file>

<file path=ppt/tags/tag2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3"/>
  <p:tag name="KSO_WM_UNIT_LAYERLEVEL" val="1"/>
  <p:tag name="KSO_WM_TAG_VERSION" val="1.0"/>
  <p:tag name="KSO_WM_BEAUTIFY_FLAG" val="#wm#"/>
  <p:tag name="KSO_WM_UNIT_TYPE" val="i"/>
  <p:tag name="KSO_WM_UNIT_INDEX" val="3"/>
</p:tagLst>
</file>

<file path=ppt/tags/tag2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4"/>
  <p:tag name="KSO_WM_UNIT_LAYERLEVEL" val="1"/>
  <p:tag name="KSO_WM_TAG_VERSION" val="1.0"/>
  <p:tag name="KSO_WM_BEAUTIFY_FLAG" val="#wm#"/>
  <p:tag name="KSO_WM_UNIT_TYPE" val="i"/>
  <p:tag name="KSO_WM_UNIT_INDEX" val="4"/>
</p:tagLst>
</file>

<file path=ppt/tags/tag2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5"/>
  <p:tag name="KSO_WM_UNIT_LAYERLEVEL" val="1"/>
  <p:tag name="KSO_WM_TAG_VERSION" val="1.0"/>
  <p:tag name="KSO_WM_BEAUTIFY_FLAG" val="#wm#"/>
  <p:tag name="KSO_WM_UNIT_TYPE" val="i"/>
  <p:tag name="KSO_WM_UNIT_INDEX" val="5"/>
</p:tagLst>
</file>

<file path=ppt/tags/tag212.xml><?xml version="1.0" encoding="utf-8"?>
<p:tagLst xmlns:p="http://schemas.openxmlformats.org/presentationml/2006/main">
  <p:tag name="KSO_WM_TEMPLATE_SUBCATEGORY" val="29"/>
  <p:tag name="KSO_WM_TEMPLATE_MASTER_TYPE" val="0"/>
  <p:tag name="KSO_WM_TEMPLATE_COLOR_TYPE" val="0"/>
  <p:tag name="KSO_WM_TAG_VERSION" val="1.0"/>
  <p:tag name="KSO_WM_BEAUTIFY_FLAG" val="#wm#"/>
  <p:tag name="KSO_WM_TEMPLATE_CATEGORY" val="custom"/>
  <p:tag name="KSO_WM_TEMPLATE_INDEX" val="20230996"/>
  <p:tag name="KSO_WM_TEMPLATE_THUMBS_INDEX" val="1、9"/>
</p:tagLst>
</file>

<file path=ppt/tags/tag213.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0996_1*a*1"/>
  <p:tag name="KSO_WM_TEMPLATE_CATEGORY" val="custom"/>
  <p:tag name="KSO_WM_TEMPLATE_INDEX" val="20230996"/>
  <p:tag name="KSO_WM_UNIT_LAYERLEVEL" val="1"/>
  <p:tag name="KSO_WM_TAG_VERSION" val="1.0"/>
  <p:tag name="KSO_WM_BEAUTIFY_FLAG" val="#wm#"/>
  <p:tag name="KSO_WM_UNIT_TEXT_TYPE" val="1"/>
  <p:tag name="KSO_WM_UNIT_PRESET_TEXT" val="单击添加文档标题"/>
</p:tagLst>
</file>

<file path=ppt/tags/tag214.xml><?xml version="1.0" encoding="utf-8"?>
<p:tagLst xmlns:p="http://schemas.openxmlformats.org/presentationml/2006/main">
  <p:tag name="KSO_WM_UNIT_ISCONTENTSTITLE" val="0"/>
  <p:tag name="KSO_WM_UNIT_ISNUMDGMTITLE" val="0"/>
  <p:tag name="KSO_WM_UNIT_NOCLEAR" val="0"/>
  <p:tag name="KSO_WM_UNIT_VALUE" val="80"/>
  <p:tag name="KSO_WM_UNIT_HIGHLIGHT" val="0"/>
  <p:tag name="KSO_WM_UNIT_COMPATIBLE" val="0"/>
  <p:tag name="KSO_WM_UNIT_DIAGRAM_ISNUMVISUAL" val="0"/>
  <p:tag name="KSO_WM_UNIT_DIAGRAM_ISREFERUNIT" val="0"/>
  <p:tag name="KSO_WM_UNIT_TYPE" val="b"/>
  <p:tag name="KSO_WM_UNIT_INDEX" val="1"/>
  <p:tag name="KSO_WM_UNIT_ID" val="custom20230996_1*b*1"/>
  <p:tag name="KSO_WM_TEMPLATE_CATEGORY" val="custom"/>
  <p:tag name="KSO_WM_TEMPLATE_INDEX" val="20230996"/>
  <p:tag name="KSO_WM_UNIT_LAYERLEVEL" val="1"/>
  <p:tag name="KSO_WM_TAG_VERSION" val="1.0"/>
  <p:tag name="KSO_WM_BEAUTIFY_FLAG" val="#wm#"/>
  <p:tag name="KSO_WM_UNIT_TEXT_TYPE" val="1"/>
  <p:tag name="KSO_WM_UNIT_PRESET_TEXT" val="WPS,a click to unlimited possibilities"/>
</p:tagLst>
</file>

<file path=ppt/tags/tag215.xml><?xml version="1.0" encoding="utf-8"?>
<p:tagLst xmlns:p="http://schemas.openxmlformats.org/presentationml/2006/main">
  <p:tag name="KSO_WM_UNIT_NOCLEAR" val="0"/>
  <p:tag name="KSO_WM_UNIT_VALUE" val="16"/>
  <p:tag name="KSO_WM_UNIT_HIGHLIGHT" val="0"/>
  <p:tag name="KSO_WM_UNIT_COMPATIBLE" val="0"/>
  <p:tag name="KSO_WM_UNIT_DIAGRAM_ISNUMVISUAL" val="0"/>
  <p:tag name="KSO_WM_UNIT_DIAGRAM_ISREFERUNIT" val="0"/>
  <p:tag name="KSO_WM_UNIT_TYPE" val="f"/>
  <p:tag name="KSO_WM_UNIT_INDEX" val="2"/>
  <p:tag name="KSO_WM_UNIT_ID" val="custom20230996_1*f*2"/>
  <p:tag name="KSO_WM_TEMPLATE_CATEGORY" val="custom"/>
  <p:tag name="KSO_WM_TEMPLATE_INDEX" val="20230996"/>
  <p:tag name="KSO_WM_UNIT_LAYERLEVEL" val="1"/>
  <p:tag name="KSO_WM_TAG_VERSION" val="1.0"/>
  <p:tag name="KSO_WM_BEAUTIFY_FLAG" val="#wm#"/>
  <p:tag name="KSO_WM_UNIT_SUBTYPE" val="g"/>
</p:tagLst>
</file>

<file path=ppt/tags/tag216.xml><?xml version="1.0" encoding="utf-8"?>
<p:tagLst xmlns:p="http://schemas.openxmlformats.org/presentationml/2006/main">
  <p:tag name="KSO_WM_UNIT_SUBTYPE" val="c"/>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1"/>
  <p:tag name="KSO_WM_UNIT_ID" val="custom20230996_1*f*1"/>
  <p:tag name="KSO_WM_TEMPLATE_CATEGORY" val="custom"/>
  <p:tag name="KSO_WM_TEMPLATE_INDEX" val="20230996"/>
  <p:tag name="KSO_WM_UNIT_LAYERLEVEL" val="1"/>
  <p:tag name="KSO_WM_TAG_VERSION" val="1.0"/>
  <p:tag name="KSO_WM_BEAUTIFY_FLAG" val="#wm#"/>
</p:tagLst>
</file>

<file path=ppt/tags/tag217.xml><?xml version="1.0" encoding="utf-8"?>
<p:tagLst xmlns:p="http://schemas.openxmlformats.org/presentationml/2006/main">
  <p:tag name="KSO_WM_UNIT_SUBTYPE" val="b"/>
  <p:tag name="KSO_WM_UNIT_NOCLEAR" val="0"/>
  <p:tag name="KSO_WM_UNIT_VALUE" val="28"/>
  <p:tag name="KSO_WM_UNIT_HIGHLIGHT" val="0"/>
  <p:tag name="KSO_WM_UNIT_COMPATIBLE" val="0"/>
  <p:tag name="KSO_WM_UNIT_DIAGRAM_ISNUMVISUAL" val="0"/>
  <p:tag name="KSO_WM_UNIT_DIAGRAM_ISREFERUNIT" val="0"/>
  <p:tag name="KSO_WM_UNIT_TYPE" val="f"/>
  <p:tag name="KSO_WM_UNIT_INDEX" val="3"/>
  <p:tag name="KSO_WM_UNIT_ID" val="custom20230996_1*f*3"/>
  <p:tag name="KSO_WM_TEMPLATE_CATEGORY" val="custom"/>
  <p:tag name="KSO_WM_TEMPLATE_INDEX" val="20230996"/>
  <p:tag name="KSO_WM_UNIT_LAYERLEVEL" val="1"/>
  <p:tag name="KSO_WM_TAG_VERSION" val="1.0"/>
  <p:tag name="KSO_WM_BEAUTIFY_FLAG" val="#wm#"/>
</p:tagLst>
</file>

<file path=ppt/tags/tag218.xml><?xml version="1.0" encoding="utf-8"?>
<p:tagLst xmlns:p="http://schemas.openxmlformats.org/presentationml/2006/main">
  <p:tag name="KSO_WM_SLIDE_ID" val="custom20230996_1"/>
  <p:tag name="KSO_WM_TEMPLATE_SUBCATEGORY" val="29"/>
  <p:tag name="KSO_WM_TEMPLATE_MASTER_TYPE" val="0"/>
  <p:tag name="KSO_WM_TEMPLATE_COLOR_TYPE" val="0"/>
  <p:tag name="KSO_WM_SLIDE_ITEM_CNT" val="0"/>
  <p:tag name="KSO_WM_SLIDE_INDEX" val="1"/>
  <p:tag name="KSO_WM_TAG_VERSION" val="1.0"/>
  <p:tag name="KSO_WM_BEAUTIFY_FLAG" val="#wm#"/>
  <p:tag name="KSO_WM_TEMPLATE_CATEGORY" val="custom"/>
  <p:tag name="KSO_WM_TEMPLATE_INDEX" val="20230996"/>
  <p:tag name="KSO_WM_SLIDE_LAYOUT" val="a_b_f"/>
  <p:tag name="KSO_WM_SLIDE_LAYOUT_CNT" val="1_1_3"/>
  <p:tag name="KSO_WM_SLIDE_TYPE" val="title"/>
  <p:tag name="KSO_WM_SLIDE_SUBTYPE" val="pureTxt"/>
  <p:tag name="KSO_WM_TEMPLATE_THUMBS_INDEX" val="1、9"/>
</p:tagLst>
</file>

<file path=ppt/tags/tag2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96_4*a*1"/>
  <p:tag name="KSO_WM_TEMPLATE_CATEGORY" val="custom"/>
  <p:tag name="KSO_WM_TEMPLATE_INDEX" val="20230996"/>
  <p:tag name="KSO_WM_UNIT_LAYERLEVEL" val="1"/>
  <p:tag name="KSO_WM_TAG_VERSION" val="1.0"/>
  <p:tag name="KSO_WM_BEAUTIFY_FLAG" val="#wm#"/>
  <p:tag name="KSO_WM_UNIT_ISCONTENTSTITLE" val="1"/>
  <p:tag name="KSO_WM_UNIT_ISNUMDGMTITLE" val="0"/>
  <p:tag name="KSO_WM_UNIT_NOCLEAR" val="0"/>
  <p:tag name="KSO_WM_UNIT_VALUE" val="3"/>
  <p:tag name="KSO_WM_UNIT_TYPE" val="a"/>
  <p:tag name="KSO_WM_UNIT_INDEX" val="1"/>
  <p:tag name="KSO_WM_DIAGRAM_GROUP_CODE" val="l1-1"/>
</p:tagLst>
</file>

<file path=ppt/tags/tag2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custom20230996_4*l_h_i*1_1_1"/>
  <p:tag name="KSO_WM_TEMPLATE_CATEGORY" val="custom"/>
  <p:tag name="KSO_WM_TEMPLATE_INDEX" val="20230996"/>
  <p:tag name="KSO_WM_UNIT_LAYERLEVEL" val="1_1_1"/>
  <p:tag name="KSO_WM_TAG_VERSION" val="1.0"/>
  <p:tag name="KSO_WM_BEAUTIFY_FLAG" val="#wm#"/>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450.79998779296875,&quot;left&quot;:337.85830708661416,&quot;top&quot;:71.00764389879123,&quot;width&quot;:413.618228346456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2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custom20230996_4*l_h_a*1_1_1"/>
  <p:tag name="KSO_WM_TEMPLATE_CATEGORY" val="custom"/>
  <p:tag name="KSO_WM_TEMPLATE_INDEX" val="20230996"/>
  <p:tag name="KSO_WM_UNIT_LAYERLEVEL" val="1_1_1"/>
  <p:tag name="KSO_WM_TAG_VERSION" val="1.0"/>
  <p:tag name="KSO_WM_BEAUTIFY_FLAG" val="#wm#"/>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450.79998779296875,&quot;left&quot;:337.85830708661416,&quot;top&quot;:71.00764389879123,&quot;width&quot;:413.618228346456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添加目录项标题"/>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96_4*l_h_i*1_1_2"/>
  <p:tag name="KSO_WM_TEMPLATE_CATEGORY" val="custom"/>
  <p:tag name="KSO_WM_TEMPLATE_INDEX" val="20230996"/>
  <p:tag name="KSO_WM_UNIT_LAYERLEVEL" val="1_1_1"/>
  <p:tag name="KSO_WM_TAG_VERSION" val="1.0"/>
  <p:tag name="KSO_WM_BEAUTIFY_FLAG" val="#wm#"/>
  <p:tag name="KSO_WM_DIAGRAM_VERSION" val="3"/>
  <p:tag name="KSO_WM_DIAGRAM_COLOR_TRICK" val="2"/>
  <p:tag name="KSO_WM_DIAGRAM_COLOR_TEXT_CAN_REMOVE" val="n"/>
  <p:tag name="KSO_WM_DIAGRAM_GROUP_CODE" val="l1-1"/>
  <p:tag name="KSO_WM_UNIT_TYPE" val="l_h_i"/>
  <p:tag name="KSO_WM_UNIT_INDEX" val="1_1_2"/>
  <p:tag name="KSO_WM_DIAGRAM_MAX_ITEMCNT" val="6"/>
  <p:tag name="KSO_WM_DIAGRAM_MIN_ITEMCNT" val="2"/>
  <p:tag name="KSO_WM_DIAGRAM_VIRTUALLY_FRAME" val="{&quot;height&quot;:450.79998779296875,&quot;left&quot;:337.85830708661416,&quot;top&quot;:71.00764389879123,&quot;width&quot;:413.6182283464567}"/>
  <p:tag name="KSO_WM_DIAGRAM_COLOR_MATCH_VALUE" val="{&quot;shape&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96_4*l_h_i*1_2_2"/>
  <p:tag name="KSO_WM_TEMPLATE_CATEGORY" val="custom"/>
  <p:tag name="KSO_WM_TEMPLATE_INDEX" val="20230996"/>
  <p:tag name="KSO_WM_UNIT_LAYERLEVEL" val="1_1_1"/>
  <p:tag name="KSO_WM_TAG_VERSION" val="1.0"/>
  <p:tag name="KSO_WM_BEAUTIFY_FLAG" val="#wm#"/>
  <p:tag name="KSO_WM_DIAGRAM_VERSION" val="3"/>
  <p:tag name="KSO_WM_DIAGRAM_COLOR_TRICK" val="2"/>
  <p:tag name="KSO_WM_DIAGRAM_COLOR_TEXT_CAN_REMOVE" val="n"/>
  <p:tag name="KSO_WM_DIAGRAM_GROUP_CODE" val="l1-1"/>
  <p:tag name="KSO_WM_UNIT_TYPE" val="l_h_i"/>
  <p:tag name="KSO_WM_UNIT_INDEX" val="1_2_2"/>
  <p:tag name="KSO_WM_DIAGRAM_MAX_ITEMCNT" val="6"/>
  <p:tag name="KSO_WM_DIAGRAM_MIN_ITEMCNT" val="2"/>
  <p:tag name="KSO_WM_DIAGRAM_VIRTUALLY_FRAME" val="{&quot;height&quot;:450.79998779296875,&quot;left&quot;:337.85830708661416,&quot;top&quot;:71.00764389879123,&quot;width&quot;:413.6182283464567}"/>
  <p:tag name="KSO_WM_DIAGRAM_COLOR_MATCH_VALUE" val="{&quot;shape&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96_4*l_h_i*1_3_2"/>
  <p:tag name="KSO_WM_TEMPLATE_CATEGORY" val="custom"/>
  <p:tag name="KSO_WM_TEMPLATE_INDEX" val="20230996"/>
  <p:tag name="KSO_WM_UNIT_LAYERLEVEL" val="1_1_1"/>
  <p:tag name="KSO_WM_TAG_VERSION" val="1.0"/>
  <p:tag name="KSO_WM_BEAUTIFY_FLAG" val="#wm#"/>
  <p:tag name="KSO_WM_DIAGRAM_VERSION" val="3"/>
  <p:tag name="KSO_WM_DIAGRAM_COLOR_TRICK" val="2"/>
  <p:tag name="KSO_WM_DIAGRAM_COLOR_TEXT_CAN_REMOVE" val="n"/>
  <p:tag name="KSO_WM_DIAGRAM_GROUP_CODE" val="l1-1"/>
  <p:tag name="KSO_WM_UNIT_TYPE" val="l_h_i"/>
  <p:tag name="KSO_WM_UNIT_INDEX" val="1_3_2"/>
  <p:tag name="KSO_WM_DIAGRAM_MAX_ITEMCNT" val="6"/>
  <p:tag name="KSO_WM_DIAGRAM_MIN_ITEMCNT" val="2"/>
  <p:tag name="KSO_WM_DIAGRAM_VIRTUALLY_FRAME" val="{&quot;height&quot;:450.79998779296875,&quot;left&quot;:337.85830708661416,&quot;top&quot;:71.00764389879123,&quot;width&quot;:413.6182283464567}"/>
  <p:tag name="KSO_WM_DIAGRAM_COLOR_MATCH_VALUE" val="{&quot;shape&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96_4*l_h_i*1_4_2"/>
  <p:tag name="KSO_WM_TEMPLATE_CATEGORY" val="custom"/>
  <p:tag name="KSO_WM_TEMPLATE_INDEX" val="20230996"/>
  <p:tag name="KSO_WM_UNIT_LAYERLEVEL" val="1_1_1"/>
  <p:tag name="KSO_WM_TAG_VERSION" val="1.0"/>
  <p:tag name="KSO_WM_BEAUTIFY_FLAG" val="#wm#"/>
  <p:tag name="KSO_WM_DIAGRAM_VERSION" val="3"/>
  <p:tag name="KSO_WM_DIAGRAM_COLOR_TRICK" val="2"/>
  <p:tag name="KSO_WM_DIAGRAM_COLOR_TEXT_CAN_REMOVE" val="n"/>
  <p:tag name="KSO_WM_DIAGRAM_GROUP_CODE" val="l1-1"/>
  <p:tag name="KSO_WM_UNIT_TYPE" val="l_h_i"/>
  <p:tag name="KSO_WM_UNIT_INDEX" val="1_4_2"/>
  <p:tag name="KSO_WM_DIAGRAM_MAX_ITEMCNT" val="6"/>
  <p:tag name="KSO_WM_DIAGRAM_MIN_ITEMCNT" val="2"/>
  <p:tag name="KSO_WM_DIAGRAM_VIRTUALLY_FRAME" val="{&quot;height&quot;:450.79998779296875,&quot;left&quot;:337.85830708661416,&quot;top&quot;:71.00764389879123,&quot;width&quot;:413.6182283464567}"/>
  <p:tag name="KSO_WM_DIAGRAM_COLOR_MATCH_VALUE" val="{&quot;shape&quot;:{&quot;fill&quot;:{&quot;solid&quot;:{&quot;brightness&quot;:0,&quot;colorType&quot;:1,&quot;foreColorIndex&quot;:10,&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custom20230996_4*l_h_i*1_2_1"/>
  <p:tag name="KSO_WM_TEMPLATE_CATEGORY" val="custom"/>
  <p:tag name="KSO_WM_TEMPLATE_INDEX" val="20230996"/>
  <p:tag name="KSO_WM_UNIT_LAYERLEVEL" val="1_1_1"/>
  <p:tag name="KSO_WM_TAG_VERSION" val="1.0"/>
  <p:tag name="KSO_WM_BEAUTIFY_FLAG" val="#wm#"/>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450.79998779296875,&quot;left&quot;:337.85830708661416,&quot;top&quot;:71.00764389879123,&quot;width&quot;:413.618228346456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2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custom20230996_4*l_h_a*1_2_1"/>
  <p:tag name="KSO_WM_TEMPLATE_CATEGORY" val="custom"/>
  <p:tag name="KSO_WM_TEMPLATE_INDEX" val="20230996"/>
  <p:tag name="KSO_WM_UNIT_LAYERLEVEL" val="1_1_1"/>
  <p:tag name="KSO_WM_TAG_VERSION" val="1.0"/>
  <p:tag name="KSO_WM_BEAUTIFY_FLAG" val="#wm#"/>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450.79998779296875,&quot;left&quot;:337.85830708661416,&quot;top&quot;:71.00764389879123,&quot;width&quot;:413.618228346456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添加目录项标题"/>
</p:tagLst>
</file>

<file path=ppt/tags/tag2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custom20230996_4*l_h_i*1_3_1"/>
  <p:tag name="KSO_WM_TEMPLATE_CATEGORY" val="custom"/>
  <p:tag name="KSO_WM_TEMPLATE_INDEX" val="20230996"/>
  <p:tag name="KSO_WM_UNIT_LAYERLEVEL" val="1_1_1"/>
  <p:tag name="KSO_WM_TAG_VERSION" val="1.0"/>
  <p:tag name="KSO_WM_BEAUTIFY_FLAG" val="#wm#"/>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450.79998779296875,&quot;left&quot;:337.85830708661416,&quot;top&quot;:71.00764389879123,&quot;width&quot;:413.618228346456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2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custom20230996_4*l_h_a*1_3_1"/>
  <p:tag name="KSO_WM_TEMPLATE_CATEGORY" val="custom"/>
  <p:tag name="KSO_WM_TEMPLATE_INDEX" val="20230996"/>
  <p:tag name="KSO_WM_UNIT_LAYERLEVEL" val="1_1_1"/>
  <p:tag name="KSO_WM_TAG_VERSION" val="1.0"/>
  <p:tag name="KSO_WM_BEAUTIFY_FLAG" val="#wm#"/>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450.79998779296875,&quot;left&quot;:337.85830708661416,&quot;top&quot;:71.00764389879123,&quot;width&quot;:413.618228346456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添加目录项标题"/>
</p:tagLst>
</file>

<file path=ppt/tags/tag2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4_1"/>
  <p:tag name="KSO_WM_UNIT_ID" val="custom20230996_4*l_h_i*1_4_1"/>
  <p:tag name="KSO_WM_TEMPLATE_CATEGORY" val="custom"/>
  <p:tag name="KSO_WM_TEMPLATE_INDEX" val="20230996"/>
  <p:tag name="KSO_WM_UNIT_LAYERLEVEL" val="1_1_1"/>
  <p:tag name="KSO_WM_TAG_VERSION" val="1.0"/>
  <p:tag name="KSO_WM_BEAUTIFY_FLAG" val="#wm#"/>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450.79998779296875,&quot;left&quot;:337.85830708661416,&quot;top&quot;:71.00764389879123,&quot;width&quot;:413.618228346456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3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custom20230996_4*l_h_a*1_4_1"/>
  <p:tag name="KSO_WM_TEMPLATE_CATEGORY" val="custom"/>
  <p:tag name="KSO_WM_TEMPLATE_INDEX" val="20230996"/>
  <p:tag name="KSO_WM_UNIT_LAYERLEVEL" val="1_1_1"/>
  <p:tag name="KSO_WM_TAG_VERSION" val="1.0"/>
  <p:tag name="KSO_WM_BEAUTIFY_FLAG" val="#wm#"/>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450.79998779296875,&quot;left&quot;:337.85830708661416,&quot;top&quot;:71.00764389879123,&quot;width&quot;:413.618228346456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添加目录项标题"/>
</p:tagLst>
</file>

<file path=ppt/tags/tag232.xml><?xml version="1.0" encoding="utf-8"?>
<p:tagLst xmlns:p="http://schemas.openxmlformats.org/presentationml/2006/main">
  <p:tag name="KSO_WM_SLIDE_ID" val="custom20230996_4"/>
  <p:tag name="KSO_WM_TEMPLATE_SUBCATEGORY" val="29"/>
  <p:tag name="KSO_WM_TEMPLATE_MASTER_TYPE" val="0"/>
  <p:tag name="KSO_WM_TEMPLATE_COLOR_TYPE" val="0"/>
  <p:tag name="KSO_WM_SLIDE_ITEM_CNT" val="4"/>
  <p:tag name="KSO_WM_SLIDE_INDEX" val="4"/>
  <p:tag name="KSO_WM_TAG_VERSION" val="1.0"/>
  <p:tag name="KSO_WM_BEAUTIFY_FLAG" val="#wm#"/>
  <p:tag name="KSO_WM_TEMPLATE_CATEGORY" val="custom"/>
  <p:tag name="KSO_WM_TEMPLATE_INDEX" val="20230996"/>
  <p:tag name="KSO_WM_SLIDE_LAYOUT" val="a_l"/>
  <p:tag name="KSO_WM_SLIDE_LAYOUT_CNT" val="1_1"/>
  <p:tag name="KSO_WM_SLIDE_TYPE" val="contents"/>
  <p:tag name="KSO_WM_SLIDE_SUBTYPE" val="diag"/>
  <p:tag name="KSO_WM_DIAGRAM_GROUP_CODE" val="l1-1"/>
  <p:tag name="KSO_WM_SLIDE_DIAGTYPE" val="l"/>
</p:tagLst>
</file>

<file path=ppt/tags/tag2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96_7*a*1"/>
  <p:tag name="KSO_WM_TEMPLATE_CATEGORY" val="custom"/>
  <p:tag name="KSO_WM_TEMPLATE_INDEX" val="20230996"/>
  <p:tag name="KSO_WM_UNIT_LAYERLEVEL" val="1"/>
  <p:tag name="KSO_WM_TAG_VERSION" val="1.0"/>
  <p:tag name="KSO_WM_BEAUTIFY_FLAG" val="#wm#"/>
  <p:tag name="KSO_WM_UNIT_ISCONTENTSTITLE" val="0"/>
  <p:tag name="KSO_WM_UNIT_ISNUMDGMTITLE" val="0"/>
  <p:tag name="KSO_WM_UNIT_NOCLEAR" val="0"/>
  <p:tag name="KSO_WM_UNIT_VALUE" val="14"/>
  <p:tag name="KSO_WM_UNIT_TYPE" val="a"/>
  <p:tag name="KSO_WM_UNIT_INDEX" val="1"/>
  <p:tag name="KSO_WM_UNIT_TEXT_TYPE" val="1"/>
  <p:tag name="KSO_WM_UNIT_PRESET_TEXT" val="添加章节标题"/>
</p:tagLst>
</file>

<file path=ppt/tags/tag234.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ID" val="custom20230996_7*e*1"/>
  <p:tag name="KSO_WM_TEMPLATE_CATEGORY" val="custom"/>
  <p:tag name="KSO_WM_TEMPLATE_INDEX" val="20230996"/>
  <p:tag name="KSO_WM_UNIT_LAYERLEVEL" val="1"/>
  <p:tag name="KSO_WM_TAG_VERSION" val="1.0"/>
  <p:tag name="KSO_WM_BEAUTIFY_FLAG" val="#wm#"/>
  <p:tag name="KSO_WM_UNIT_NOCLEAR" val="0"/>
  <p:tag name="KSO_WM_UNIT_VALUE" val="13"/>
  <p:tag name="KSO_WM_UNIT_TYPE" val="e"/>
  <p:tag name="KSO_WM_UNIT_INDEX" val="1"/>
</p:tagLst>
</file>

<file path=ppt/tags/tag235.xml><?xml version="1.0" encoding="utf-8"?>
<p:tagLst xmlns:p="http://schemas.openxmlformats.org/presentationml/2006/main">
  <p:tag name="KSO_WM_SLIDE_ID" val="custom20230996_7"/>
  <p:tag name="KSO_WM_TEMPLATE_SUBCATEGORY" val="29"/>
  <p:tag name="KSO_WM_TEMPLATE_MASTER_TYPE" val="0"/>
  <p:tag name="KSO_WM_TEMPLATE_COLOR_TYPE" val="0"/>
  <p:tag name="KSO_WM_SLIDE_ITEM_CNT" val="0"/>
  <p:tag name="KSO_WM_SLIDE_INDEX" val="7"/>
  <p:tag name="KSO_WM_TAG_VERSION" val="1.0"/>
  <p:tag name="KSO_WM_BEAUTIFY_FLAG" val="#wm#"/>
  <p:tag name="KSO_WM_TEMPLATE_CATEGORY" val="custom"/>
  <p:tag name="KSO_WM_TEMPLATE_INDEX" val="20230996"/>
  <p:tag name="KSO_WM_SLIDE_TYPE" val="sectionTitle"/>
  <p:tag name="KSO_WM_SLIDE_SUBTYPE" val="pureTxt"/>
  <p:tag name="KSO_WM_SLIDE_LAYOUT" val="a_e"/>
  <p:tag name="KSO_WM_SLIDE_LAYOUT_CNT" val="1_1"/>
</p:tagLst>
</file>

<file path=ppt/tags/tag2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96_8*a*1"/>
  <p:tag name="KSO_WM_TEMPLATE_CATEGORY" val="custom"/>
  <p:tag name="KSO_WM_TEMPLATE_INDEX" val="20230996"/>
  <p:tag name="KSO_WM_UNIT_LAYERLEVEL" val="1"/>
  <p:tag name="KSO_WM_TAG_VERSION" val="1.0"/>
  <p:tag name="KSO_WM_BEAUTIFY_FLAG" val="#wm#"/>
  <p:tag name="KSO_WM_UNIT_ISCONTENTSTITLE" val="0"/>
  <p:tag name="KSO_WM_UNIT_ISNUMDGMTITLE" val="0"/>
  <p:tag name="KSO_WM_UNIT_NOCLEAR" val="0"/>
  <p:tag name="KSO_WM_UNIT_VALUE" val="20"/>
  <p:tag name="KSO_WM_UNIT_TYPE" val="a"/>
  <p:tag name="KSO_WM_UNIT_INDEX" val="1"/>
  <p:tag name="KSO_WM_UNIT_TEXT_TYPE" val="1"/>
  <p:tag name="KSO_WM_UNIT_PRESET_TEXT" val="单击此处添加标题"/>
</p:tagLst>
</file>

<file path=ppt/tags/tag2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96_8*f*1"/>
  <p:tag name="KSO_WM_TEMPLATE_CATEGORY" val="custom"/>
  <p:tag name="KSO_WM_TEMPLATE_INDEX" val="20230996"/>
  <p:tag name="KSO_WM_UNIT_LAYERLEVEL" val="1"/>
  <p:tag name="KSO_WM_TAG_VERSION" val="1.0"/>
  <p:tag name="KSO_WM_BEAUTIFY_FLAG" val="#wm#"/>
  <p:tag name="KSO_WM_UNIT_SUBTYPE" val="a"/>
  <p:tag name="KSO_WM_UNIT_NOCLEAR" val="0"/>
  <p:tag name="KSO_WM_UNIT_VALUE" val="330"/>
  <p:tag name="KSO_WM_UNIT_TYPE" val="f"/>
  <p:tag name="KSO_WM_UNIT_INDEX" val="1"/>
  <p:tag name="KSO_WM_UNIT_TEXT_TYPE" val="1"/>
  <p:tag name="KSO_WM_UNIT_PRESET_TEXT" val="单击此处输入你的正文"/>
</p:tagLst>
</file>

<file path=ppt/tags/tag238.xml><?xml version="1.0" encoding="utf-8"?>
<p:tagLst xmlns:p="http://schemas.openxmlformats.org/presentationml/2006/main">
  <p:tag name="KSO_WM_SLIDE_ID" val="custom20230996_8"/>
  <p:tag name="KSO_WM_TEMPLATE_SUBCATEGORY" val="29"/>
  <p:tag name="KSO_WM_TEMPLATE_MASTER_TYPE" val="0"/>
  <p:tag name="KSO_WM_TEMPLATE_COLOR_TYPE" val="0"/>
  <p:tag name="KSO_WM_SLIDE_ITEM_CNT" val="0"/>
  <p:tag name="KSO_WM_SLIDE_INDEX" val="8"/>
  <p:tag name="KSO_WM_TAG_VERSION" val="1.0"/>
  <p:tag name="KSO_WM_BEAUTIFY_FLAG" val="#wm#"/>
  <p:tag name="KSO_WM_TEMPLATE_CATEGORY" val="custom"/>
  <p:tag name="KSO_WM_TEMPLATE_INDEX" val="20230996"/>
  <p:tag name="KSO_WM_SLIDE_TYPE" val="text"/>
  <p:tag name="KSO_WM_SLIDE_SUBTYPE" val="pureTxt"/>
  <p:tag name="KSO_WM_SLIDE_SIZE" val="828*457"/>
  <p:tag name="KSO_WM_SLIDE_POSITION" val="66*28"/>
  <p:tag name="KSO_WM_SLIDE_LAYOUT" val="a_f"/>
  <p:tag name="KSO_WM_SLIDE_LAYOUT_CNT" val="1_1"/>
</p:tagLst>
</file>

<file path=ppt/tags/tag2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2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VALUE" val="585"/>
  <p:tag name="KSO_WM_UNIT_TYPE" val="f"/>
  <p:tag name="KSO_WM_UNIT_INDEX" val="1"/>
</p:tagLst>
</file>

<file path=ppt/tags/tag241.xml><?xml version="1.0" encoding="utf-8"?>
<p:tagLst xmlns:p="http://schemas.openxmlformats.org/presentationml/2006/main">
  <p:tag name="KSO_WM_BEAUTIFY_FLAG" val="#wm#"/>
  <p:tag name="KSO_WM_TEMPLATE_CATEGORY" val="custom"/>
  <p:tag name="KSO_WM_TEMPLATE_INDEX" val="20230996"/>
</p:tagLst>
</file>

<file path=ppt/tags/tag2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96_8*a*1"/>
  <p:tag name="KSO_WM_TEMPLATE_CATEGORY" val="custom"/>
  <p:tag name="KSO_WM_TEMPLATE_INDEX" val="20230996"/>
  <p:tag name="KSO_WM_UNIT_LAYERLEVEL" val="1"/>
  <p:tag name="KSO_WM_TAG_VERSION" val="1.0"/>
  <p:tag name="KSO_WM_BEAUTIFY_FLAG" val="#wm#"/>
  <p:tag name="KSO_WM_UNIT_ISCONTENTSTITLE" val="0"/>
  <p:tag name="KSO_WM_UNIT_ISNUMDGMTITLE" val="0"/>
  <p:tag name="KSO_WM_UNIT_NOCLEAR" val="0"/>
  <p:tag name="KSO_WM_UNIT_VALUE" val="20"/>
  <p:tag name="KSO_WM_UNIT_TYPE" val="a"/>
  <p:tag name="KSO_WM_UNIT_INDEX" val="1"/>
  <p:tag name="KSO_WM_UNIT_TEXT_TYPE" val="1"/>
  <p:tag name="KSO_WM_UNIT_PRESET_TEXT" val="单击此处添加标题"/>
</p:tagLst>
</file>

<file path=ppt/tags/tag2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96_8*f*1"/>
  <p:tag name="KSO_WM_TEMPLATE_CATEGORY" val="custom"/>
  <p:tag name="KSO_WM_TEMPLATE_INDEX" val="20230996"/>
  <p:tag name="KSO_WM_UNIT_LAYERLEVEL" val="1"/>
  <p:tag name="KSO_WM_TAG_VERSION" val="1.0"/>
  <p:tag name="KSO_WM_BEAUTIFY_FLAG" val="#wm#"/>
  <p:tag name="KSO_WM_UNIT_SUBTYPE" val="a"/>
  <p:tag name="KSO_WM_UNIT_NOCLEAR" val="0"/>
  <p:tag name="KSO_WM_UNIT_VALUE" val="330"/>
  <p:tag name="KSO_WM_UNIT_TYPE" val="f"/>
  <p:tag name="KSO_WM_UNIT_INDEX" val="1"/>
  <p:tag name="KSO_WM_UNIT_TEXT_TYPE" val="1"/>
  <p:tag name="KSO_WM_UNIT_PRESET_TEXT" val="单击此处输入你的正文"/>
</p:tagLst>
</file>

<file path=ppt/tags/tag244.xml><?xml version="1.0" encoding="utf-8"?>
<p:tagLst xmlns:p="http://schemas.openxmlformats.org/presentationml/2006/main">
  <p:tag name="KSO_WM_SLIDE_ID" val="custom20230996_8"/>
  <p:tag name="KSO_WM_TEMPLATE_SUBCATEGORY" val="29"/>
  <p:tag name="KSO_WM_TEMPLATE_MASTER_TYPE" val="0"/>
  <p:tag name="KSO_WM_TEMPLATE_COLOR_TYPE" val="0"/>
  <p:tag name="KSO_WM_SLIDE_ITEM_CNT" val="0"/>
  <p:tag name="KSO_WM_SLIDE_INDEX" val="8"/>
  <p:tag name="KSO_WM_TAG_VERSION" val="1.0"/>
  <p:tag name="KSO_WM_BEAUTIFY_FLAG" val="#wm#"/>
  <p:tag name="KSO_WM_TEMPLATE_CATEGORY" val="custom"/>
  <p:tag name="KSO_WM_TEMPLATE_INDEX" val="20230996"/>
  <p:tag name="KSO_WM_SLIDE_TYPE" val="text"/>
  <p:tag name="KSO_WM_SLIDE_SUBTYPE" val="pureTxt"/>
  <p:tag name="KSO_WM_SLIDE_SIZE" val="828*457"/>
  <p:tag name="KSO_WM_SLIDE_POSITION" val="66*28"/>
  <p:tag name="KSO_WM_SLIDE_LAYOUT" val="a_f"/>
  <p:tag name="KSO_WM_SLIDE_LAYOUT_CNT" val="1_1"/>
</p:tagLst>
</file>

<file path=ppt/tags/tag2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2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VALUE" val="585"/>
  <p:tag name="KSO_WM_UNIT_TYPE" val="f"/>
  <p:tag name="KSO_WM_UNIT_INDEX" val="1"/>
</p:tagLst>
</file>

<file path=ppt/tags/tag247.xml><?xml version="1.0" encoding="utf-8"?>
<p:tagLst xmlns:p="http://schemas.openxmlformats.org/presentationml/2006/main">
  <p:tag name="KSO_WM_BEAUTIFY_FLAG" val="#wm#"/>
  <p:tag name="KSO_WM_TEMPLATE_CATEGORY" val="custom"/>
  <p:tag name="KSO_WM_TEMPLATE_INDEX" val="20230996"/>
</p:tagLst>
</file>

<file path=ppt/tags/tag2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96_8*a*1"/>
  <p:tag name="KSO_WM_TEMPLATE_CATEGORY" val="custom"/>
  <p:tag name="KSO_WM_TEMPLATE_INDEX" val="20230996"/>
  <p:tag name="KSO_WM_UNIT_LAYERLEVEL" val="1"/>
  <p:tag name="KSO_WM_TAG_VERSION" val="1.0"/>
  <p:tag name="KSO_WM_BEAUTIFY_FLAG" val="#wm#"/>
  <p:tag name="KSO_WM_UNIT_ISCONTENTSTITLE" val="0"/>
  <p:tag name="KSO_WM_UNIT_ISNUMDGMTITLE" val="0"/>
  <p:tag name="KSO_WM_UNIT_NOCLEAR" val="0"/>
  <p:tag name="KSO_WM_UNIT_VALUE" val="20"/>
  <p:tag name="KSO_WM_UNIT_TYPE" val="a"/>
  <p:tag name="KSO_WM_UNIT_INDEX" val="1"/>
  <p:tag name="KSO_WM_UNIT_TEXT_TYPE" val="1"/>
  <p:tag name="KSO_WM_UNIT_PRESET_TEXT" val="单击此处添加标题"/>
</p:tagLst>
</file>

<file path=ppt/tags/tag2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96_8*f*1"/>
  <p:tag name="KSO_WM_TEMPLATE_CATEGORY" val="custom"/>
  <p:tag name="KSO_WM_TEMPLATE_INDEX" val="20230996"/>
  <p:tag name="KSO_WM_UNIT_LAYERLEVEL" val="1"/>
  <p:tag name="KSO_WM_TAG_VERSION" val="1.0"/>
  <p:tag name="KSO_WM_BEAUTIFY_FLAG" val="#wm#"/>
  <p:tag name="KSO_WM_UNIT_SUBTYPE" val="a"/>
  <p:tag name="KSO_WM_UNIT_NOCLEAR" val="0"/>
  <p:tag name="KSO_WM_UNIT_VALUE" val="330"/>
  <p:tag name="KSO_WM_UNIT_TYPE" val="f"/>
  <p:tag name="KSO_WM_UNIT_INDEX" val="1"/>
  <p:tag name="KSO_WM_UNIT_TEXT_TYPE" val="1"/>
  <p:tag name="KSO_WM_UNIT_PRESET_TEXT" val="单击此处输入你的正文"/>
</p:tagLst>
</file>

<file path=ppt/tags/tag250.xml><?xml version="1.0" encoding="utf-8"?>
<p:tagLst xmlns:p="http://schemas.openxmlformats.org/presentationml/2006/main">
  <p:tag name="KSO_WM_SLIDE_ID" val="custom20230996_8"/>
  <p:tag name="KSO_WM_TEMPLATE_SUBCATEGORY" val="29"/>
  <p:tag name="KSO_WM_TEMPLATE_MASTER_TYPE" val="0"/>
  <p:tag name="KSO_WM_TEMPLATE_COLOR_TYPE" val="0"/>
  <p:tag name="KSO_WM_SLIDE_ITEM_CNT" val="0"/>
  <p:tag name="KSO_WM_SLIDE_INDEX" val="8"/>
  <p:tag name="KSO_WM_TAG_VERSION" val="1.0"/>
  <p:tag name="KSO_WM_BEAUTIFY_FLAG" val="#wm#"/>
  <p:tag name="KSO_WM_TEMPLATE_CATEGORY" val="custom"/>
  <p:tag name="KSO_WM_TEMPLATE_INDEX" val="20230996"/>
  <p:tag name="KSO_WM_SLIDE_TYPE" val="text"/>
  <p:tag name="KSO_WM_SLIDE_SUBTYPE" val="pureTxt"/>
  <p:tag name="KSO_WM_SLIDE_SIZE" val="828*457"/>
  <p:tag name="KSO_WM_SLIDE_POSITION" val="66*28"/>
  <p:tag name="KSO_WM_SLIDE_LAYOUT" val="a_f"/>
  <p:tag name="KSO_WM_SLIDE_LAYOUT_CNT" val="1_1"/>
</p:tagLst>
</file>

<file path=ppt/tags/tag2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2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VALUE" val="585"/>
  <p:tag name="KSO_WM_UNIT_TYPE" val="f"/>
  <p:tag name="KSO_WM_UNIT_INDEX" val="1"/>
</p:tagLst>
</file>

<file path=ppt/tags/tag253.xml><?xml version="1.0" encoding="utf-8"?>
<p:tagLst xmlns:p="http://schemas.openxmlformats.org/presentationml/2006/main">
  <p:tag name="KSO_WM_BEAUTIFY_FLAG" val="#wm#"/>
  <p:tag name="KSO_WM_TEMPLATE_CATEGORY" val="custom"/>
  <p:tag name="KSO_WM_TEMPLATE_INDEX" val="20230996"/>
</p:tagLst>
</file>

<file path=ppt/tags/tag2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96_8*a*1"/>
  <p:tag name="KSO_WM_TEMPLATE_CATEGORY" val="custom"/>
  <p:tag name="KSO_WM_TEMPLATE_INDEX" val="20230996"/>
  <p:tag name="KSO_WM_UNIT_LAYERLEVEL" val="1"/>
  <p:tag name="KSO_WM_TAG_VERSION" val="1.0"/>
  <p:tag name="KSO_WM_BEAUTIFY_FLAG" val="#wm#"/>
  <p:tag name="KSO_WM_UNIT_ISCONTENTSTITLE" val="0"/>
  <p:tag name="KSO_WM_UNIT_ISNUMDGMTITLE" val="0"/>
  <p:tag name="KSO_WM_UNIT_NOCLEAR" val="0"/>
  <p:tag name="KSO_WM_UNIT_VALUE" val="20"/>
  <p:tag name="KSO_WM_UNIT_TYPE" val="a"/>
  <p:tag name="KSO_WM_UNIT_INDEX" val="1"/>
  <p:tag name="KSO_WM_UNIT_TEXT_TYPE" val="1"/>
  <p:tag name="KSO_WM_UNIT_PRESET_TEXT" val="单击此处添加标题"/>
</p:tagLst>
</file>

<file path=ppt/tags/tag2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96_8*f*1"/>
  <p:tag name="KSO_WM_TEMPLATE_CATEGORY" val="custom"/>
  <p:tag name="KSO_WM_TEMPLATE_INDEX" val="20230996"/>
  <p:tag name="KSO_WM_UNIT_LAYERLEVEL" val="1"/>
  <p:tag name="KSO_WM_TAG_VERSION" val="1.0"/>
  <p:tag name="KSO_WM_BEAUTIFY_FLAG" val="#wm#"/>
  <p:tag name="KSO_WM_UNIT_SUBTYPE" val="a"/>
  <p:tag name="KSO_WM_UNIT_NOCLEAR" val="0"/>
  <p:tag name="KSO_WM_UNIT_VALUE" val="330"/>
  <p:tag name="KSO_WM_UNIT_TYPE" val="f"/>
  <p:tag name="KSO_WM_UNIT_INDEX" val="1"/>
  <p:tag name="KSO_WM_UNIT_TEXT_TYPE" val="1"/>
  <p:tag name="KSO_WM_UNIT_PRESET_TEXT" val="单击此处输入你的正文"/>
</p:tagLst>
</file>

<file path=ppt/tags/tag256.xml><?xml version="1.0" encoding="utf-8"?>
<p:tagLst xmlns:p="http://schemas.openxmlformats.org/presentationml/2006/main">
  <p:tag name="KSO_WM_SLIDE_ID" val="custom20230996_8"/>
  <p:tag name="KSO_WM_TEMPLATE_SUBCATEGORY" val="29"/>
  <p:tag name="KSO_WM_TEMPLATE_MASTER_TYPE" val="0"/>
  <p:tag name="KSO_WM_TEMPLATE_COLOR_TYPE" val="0"/>
  <p:tag name="KSO_WM_SLIDE_ITEM_CNT" val="0"/>
  <p:tag name="KSO_WM_SLIDE_INDEX" val="8"/>
  <p:tag name="KSO_WM_TAG_VERSION" val="1.0"/>
  <p:tag name="KSO_WM_BEAUTIFY_FLAG" val="#wm#"/>
  <p:tag name="KSO_WM_TEMPLATE_CATEGORY" val="custom"/>
  <p:tag name="KSO_WM_TEMPLATE_INDEX" val="20230996"/>
  <p:tag name="KSO_WM_SLIDE_TYPE" val="text"/>
  <p:tag name="KSO_WM_SLIDE_SUBTYPE" val="pureTxt"/>
  <p:tag name="KSO_WM_SLIDE_SIZE" val="828*457"/>
  <p:tag name="KSO_WM_SLIDE_POSITION" val="66*28"/>
  <p:tag name="KSO_WM_SLIDE_LAYOUT" val="a_f"/>
  <p:tag name="KSO_WM_SLIDE_LAYOUT_CNT" val="1_1"/>
</p:tagLst>
</file>

<file path=ppt/tags/tag2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2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VALUE" val="585"/>
  <p:tag name="KSO_WM_UNIT_TYPE" val="f"/>
  <p:tag name="KSO_WM_UNIT_INDEX" val="1"/>
</p:tagLst>
</file>

<file path=ppt/tags/tag259.xml><?xml version="1.0" encoding="utf-8"?>
<p:tagLst xmlns:p="http://schemas.openxmlformats.org/presentationml/2006/main">
  <p:tag name="KSO_WM_BEAUTIFY_FLAG" val="#wm#"/>
  <p:tag name="KSO_WM_TEMPLATE_CATEGORY" val="custom"/>
  <p:tag name="KSO_WM_TEMPLATE_INDEX" val="20230996"/>
</p:tagLst>
</file>

<file path=ppt/tags/tag2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96_8*a*1"/>
  <p:tag name="KSO_WM_TEMPLATE_CATEGORY" val="custom"/>
  <p:tag name="KSO_WM_TEMPLATE_INDEX" val="20230996"/>
  <p:tag name="KSO_WM_UNIT_LAYERLEVEL" val="1"/>
  <p:tag name="KSO_WM_TAG_VERSION" val="1.0"/>
  <p:tag name="KSO_WM_BEAUTIFY_FLAG" val="#wm#"/>
  <p:tag name="KSO_WM_UNIT_ISCONTENTSTITLE" val="0"/>
  <p:tag name="KSO_WM_UNIT_ISNUMDGMTITLE" val="0"/>
  <p:tag name="KSO_WM_UNIT_NOCLEAR" val="0"/>
  <p:tag name="KSO_WM_UNIT_VALUE" val="20"/>
  <p:tag name="KSO_WM_UNIT_TYPE" val="a"/>
  <p:tag name="KSO_WM_UNIT_INDEX" val="1"/>
  <p:tag name="KSO_WM_UNIT_TEXT_TYPE" val="1"/>
  <p:tag name="KSO_WM_UNIT_PRESET_TEXT" val="单击此处添加标题"/>
</p:tagLst>
</file>

<file path=ppt/tags/tag2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96_8*f*1"/>
  <p:tag name="KSO_WM_TEMPLATE_CATEGORY" val="custom"/>
  <p:tag name="KSO_WM_TEMPLATE_INDEX" val="20230996"/>
  <p:tag name="KSO_WM_UNIT_LAYERLEVEL" val="1"/>
  <p:tag name="KSO_WM_TAG_VERSION" val="1.0"/>
  <p:tag name="KSO_WM_BEAUTIFY_FLAG" val="#wm#"/>
  <p:tag name="KSO_WM_UNIT_SUBTYPE" val="a"/>
  <p:tag name="KSO_WM_UNIT_NOCLEAR" val="0"/>
  <p:tag name="KSO_WM_UNIT_VALUE" val="330"/>
  <p:tag name="KSO_WM_UNIT_TYPE" val="f"/>
  <p:tag name="KSO_WM_UNIT_INDEX" val="1"/>
  <p:tag name="KSO_WM_UNIT_TEXT_TYPE" val="1"/>
  <p:tag name="KSO_WM_UNIT_PRESET_TEXT" val="单击此处输入你的正文"/>
</p:tagLst>
</file>

<file path=ppt/tags/tag262.xml><?xml version="1.0" encoding="utf-8"?>
<p:tagLst xmlns:p="http://schemas.openxmlformats.org/presentationml/2006/main">
  <p:tag name="KSO_WM_SLIDE_ID" val="custom20230996_8"/>
  <p:tag name="KSO_WM_TEMPLATE_SUBCATEGORY" val="29"/>
  <p:tag name="KSO_WM_TEMPLATE_MASTER_TYPE" val="0"/>
  <p:tag name="KSO_WM_TEMPLATE_COLOR_TYPE" val="0"/>
  <p:tag name="KSO_WM_SLIDE_ITEM_CNT" val="0"/>
  <p:tag name="KSO_WM_SLIDE_INDEX" val="8"/>
  <p:tag name="KSO_WM_TAG_VERSION" val="1.0"/>
  <p:tag name="KSO_WM_BEAUTIFY_FLAG" val="#wm#"/>
  <p:tag name="KSO_WM_TEMPLATE_CATEGORY" val="custom"/>
  <p:tag name="KSO_WM_TEMPLATE_INDEX" val="20230996"/>
  <p:tag name="KSO_WM_SLIDE_TYPE" val="text"/>
  <p:tag name="KSO_WM_SLIDE_SUBTYPE" val="pureTxt"/>
  <p:tag name="KSO_WM_SLIDE_SIZE" val="828*457"/>
  <p:tag name="KSO_WM_SLIDE_POSITION" val="66*28"/>
  <p:tag name="KSO_WM_SLIDE_LAYOUT" val="a_f"/>
  <p:tag name="KSO_WM_SLIDE_LAYOUT_CNT" val="1_1"/>
</p:tagLst>
</file>

<file path=ppt/tags/tag2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2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VALUE" val="585"/>
  <p:tag name="KSO_WM_UNIT_TYPE" val="f"/>
  <p:tag name="KSO_WM_UNIT_INDEX" val="1"/>
</p:tagLst>
</file>

<file path=ppt/tags/tag265.xml><?xml version="1.0" encoding="utf-8"?>
<p:tagLst xmlns:p="http://schemas.openxmlformats.org/presentationml/2006/main">
  <p:tag name="KSO_WM_BEAUTIFY_FLAG" val="#wm#"/>
  <p:tag name="KSO_WM_TEMPLATE_CATEGORY" val="custom"/>
  <p:tag name="KSO_WM_TEMPLATE_INDEX" val="20230996"/>
</p:tagLst>
</file>

<file path=ppt/tags/tag2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96_7*a*1"/>
  <p:tag name="KSO_WM_TEMPLATE_CATEGORY" val="custom"/>
  <p:tag name="KSO_WM_TEMPLATE_INDEX" val="20230996"/>
  <p:tag name="KSO_WM_UNIT_LAYERLEVEL" val="1"/>
  <p:tag name="KSO_WM_TAG_VERSION" val="1.0"/>
  <p:tag name="KSO_WM_BEAUTIFY_FLAG" val="#wm#"/>
  <p:tag name="KSO_WM_UNIT_ISCONTENTSTITLE" val="0"/>
  <p:tag name="KSO_WM_UNIT_ISNUMDGMTITLE" val="0"/>
  <p:tag name="KSO_WM_UNIT_NOCLEAR" val="0"/>
  <p:tag name="KSO_WM_UNIT_VALUE" val="14"/>
  <p:tag name="KSO_WM_UNIT_TYPE" val="a"/>
  <p:tag name="KSO_WM_UNIT_INDEX" val="1"/>
  <p:tag name="KSO_WM_UNIT_TEXT_TYPE" val="1"/>
  <p:tag name="KSO_WM_UNIT_PRESET_TEXT" val="添加章节标题"/>
</p:tagLst>
</file>

<file path=ppt/tags/tag267.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ID" val="custom20230996_7*e*1"/>
  <p:tag name="KSO_WM_TEMPLATE_CATEGORY" val="custom"/>
  <p:tag name="KSO_WM_TEMPLATE_INDEX" val="20230996"/>
  <p:tag name="KSO_WM_UNIT_LAYERLEVEL" val="1"/>
  <p:tag name="KSO_WM_TAG_VERSION" val="1.0"/>
  <p:tag name="KSO_WM_BEAUTIFY_FLAG" val="#wm#"/>
  <p:tag name="KSO_WM_UNIT_NOCLEAR" val="0"/>
  <p:tag name="KSO_WM_UNIT_VALUE" val="13"/>
  <p:tag name="KSO_WM_UNIT_TYPE" val="e"/>
  <p:tag name="KSO_WM_UNIT_INDEX" val="1"/>
</p:tagLst>
</file>

<file path=ppt/tags/tag268.xml><?xml version="1.0" encoding="utf-8"?>
<p:tagLst xmlns:p="http://schemas.openxmlformats.org/presentationml/2006/main">
  <p:tag name="KSO_WM_SLIDE_ID" val="custom20230996_7"/>
  <p:tag name="KSO_WM_TEMPLATE_SUBCATEGORY" val="29"/>
  <p:tag name="KSO_WM_TEMPLATE_MASTER_TYPE" val="0"/>
  <p:tag name="KSO_WM_TEMPLATE_COLOR_TYPE" val="0"/>
  <p:tag name="KSO_WM_SLIDE_ITEM_CNT" val="0"/>
  <p:tag name="KSO_WM_SLIDE_INDEX" val="7"/>
  <p:tag name="KSO_WM_TAG_VERSION" val="1.0"/>
  <p:tag name="KSO_WM_BEAUTIFY_FLAG" val="#wm#"/>
  <p:tag name="KSO_WM_TEMPLATE_CATEGORY" val="custom"/>
  <p:tag name="KSO_WM_TEMPLATE_INDEX" val="20230996"/>
  <p:tag name="KSO_WM_SLIDE_TYPE" val="sectionTitle"/>
  <p:tag name="KSO_WM_SLIDE_SUBTYPE" val="pureTxt"/>
  <p:tag name="KSO_WM_SLIDE_LAYOUT" val="a_e"/>
  <p:tag name="KSO_WM_SLIDE_LAYOUT_CNT" val="1_1"/>
</p:tagLst>
</file>

<file path=ppt/tags/tag2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96_7*a*1"/>
  <p:tag name="KSO_WM_TEMPLATE_CATEGORY" val="custom"/>
  <p:tag name="KSO_WM_TEMPLATE_INDEX" val="20230996"/>
  <p:tag name="KSO_WM_UNIT_LAYERLEVEL" val="1"/>
  <p:tag name="KSO_WM_TAG_VERSION" val="1.0"/>
  <p:tag name="KSO_WM_BEAUTIFY_FLAG" val="#wm#"/>
  <p:tag name="KSO_WM_UNIT_ISCONTENTSTITLE" val="0"/>
  <p:tag name="KSO_WM_UNIT_ISNUMDGMTITLE" val="0"/>
  <p:tag name="KSO_WM_UNIT_NOCLEAR" val="0"/>
  <p:tag name="KSO_WM_UNIT_VALUE" val="14"/>
  <p:tag name="KSO_WM_UNIT_TYPE" val="a"/>
  <p:tag name="KSO_WM_UNIT_INDEX" val="1"/>
  <p:tag name="KSO_WM_UNIT_TEXT_TYPE" val="1"/>
  <p:tag name="KSO_WM_UNIT_PRESET_TEXT" val="添加章节标题"/>
</p:tagLst>
</file>

<file path=ppt/tags/tag270.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ID" val="custom20230996_7*e*1"/>
  <p:tag name="KSO_WM_TEMPLATE_CATEGORY" val="custom"/>
  <p:tag name="KSO_WM_TEMPLATE_INDEX" val="20230996"/>
  <p:tag name="KSO_WM_UNIT_LAYERLEVEL" val="1"/>
  <p:tag name="KSO_WM_TAG_VERSION" val="1.0"/>
  <p:tag name="KSO_WM_BEAUTIFY_FLAG" val="#wm#"/>
  <p:tag name="KSO_WM_UNIT_NOCLEAR" val="0"/>
  <p:tag name="KSO_WM_UNIT_VALUE" val="13"/>
  <p:tag name="KSO_WM_UNIT_TYPE" val="e"/>
  <p:tag name="KSO_WM_UNIT_INDEX" val="1"/>
</p:tagLst>
</file>

<file path=ppt/tags/tag271.xml><?xml version="1.0" encoding="utf-8"?>
<p:tagLst xmlns:p="http://schemas.openxmlformats.org/presentationml/2006/main">
  <p:tag name="KSO_WM_SLIDE_ID" val="custom20230996_7"/>
  <p:tag name="KSO_WM_TEMPLATE_SUBCATEGORY" val="29"/>
  <p:tag name="KSO_WM_TEMPLATE_MASTER_TYPE" val="0"/>
  <p:tag name="KSO_WM_TEMPLATE_COLOR_TYPE" val="0"/>
  <p:tag name="KSO_WM_SLIDE_ITEM_CNT" val="0"/>
  <p:tag name="KSO_WM_SLIDE_INDEX" val="7"/>
  <p:tag name="KSO_WM_TAG_VERSION" val="1.0"/>
  <p:tag name="KSO_WM_BEAUTIFY_FLAG" val="#wm#"/>
  <p:tag name="KSO_WM_TEMPLATE_CATEGORY" val="custom"/>
  <p:tag name="KSO_WM_TEMPLATE_INDEX" val="20230996"/>
  <p:tag name="KSO_WM_SLIDE_TYPE" val="sectionTitle"/>
  <p:tag name="KSO_WM_SLIDE_SUBTYPE" val="pureTxt"/>
  <p:tag name="KSO_WM_SLIDE_LAYOUT" val="a_e"/>
  <p:tag name="KSO_WM_SLIDE_LAYOUT_CNT" val="1_1"/>
</p:tagLst>
</file>

<file path=ppt/tags/tag2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96_8*a*1"/>
  <p:tag name="KSO_WM_TEMPLATE_CATEGORY" val="custom"/>
  <p:tag name="KSO_WM_TEMPLATE_INDEX" val="20230996"/>
  <p:tag name="KSO_WM_UNIT_LAYERLEVEL" val="1"/>
  <p:tag name="KSO_WM_TAG_VERSION" val="1.0"/>
  <p:tag name="KSO_WM_BEAUTIFY_FLAG" val="#wm#"/>
  <p:tag name="KSO_WM_UNIT_ISCONTENTSTITLE" val="0"/>
  <p:tag name="KSO_WM_UNIT_ISNUMDGMTITLE" val="0"/>
  <p:tag name="KSO_WM_UNIT_NOCLEAR" val="0"/>
  <p:tag name="KSO_WM_UNIT_VALUE" val="20"/>
  <p:tag name="KSO_WM_UNIT_TYPE" val="a"/>
  <p:tag name="KSO_WM_UNIT_INDEX" val="1"/>
  <p:tag name="KSO_WM_UNIT_TEXT_TYPE" val="1"/>
  <p:tag name="KSO_WM_UNIT_PRESET_TEXT" val="单击此处添加标题"/>
</p:tagLst>
</file>

<file path=ppt/tags/tag2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96_8*f*1"/>
  <p:tag name="KSO_WM_TEMPLATE_CATEGORY" val="custom"/>
  <p:tag name="KSO_WM_TEMPLATE_INDEX" val="20230996"/>
  <p:tag name="KSO_WM_UNIT_LAYERLEVEL" val="1"/>
  <p:tag name="KSO_WM_TAG_VERSION" val="1.0"/>
  <p:tag name="KSO_WM_BEAUTIFY_FLAG" val="#wm#"/>
  <p:tag name="KSO_WM_UNIT_SUBTYPE" val="a"/>
  <p:tag name="KSO_WM_UNIT_NOCLEAR" val="0"/>
  <p:tag name="KSO_WM_UNIT_VALUE" val="330"/>
  <p:tag name="KSO_WM_UNIT_TYPE" val="f"/>
  <p:tag name="KSO_WM_UNIT_INDEX" val="1"/>
  <p:tag name="KSO_WM_UNIT_TEXT_TYPE" val="1"/>
  <p:tag name="KSO_WM_UNIT_PRESET_TEXT" val="单击此处输入你的正文"/>
</p:tagLst>
</file>

<file path=ppt/tags/tag2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96_8*f*1"/>
  <p:tag name="KSO_WM_TEMPLATE_CATEGORY" val="custom"/>
  <p:tag name="KSO_WM_TEMPLATE_INDEX" val="20230996"/>
  <p:tag name="KSO_WM_UNIT_LAYERLEVEL" val="1"/>
  <p:tag name="KSO_WM_TAG_VERSION" val="1.0"/>
  <p:tag name="KSO_WM_BEAUTIFY_FLAG" val="#wm#"/>
  <p:tag name="KSO_WM_UNIT_SUBTYPE" val="a"/>
  <p:tag name="KSO_WM_UNIT_NOCLEAR" val="0"/>
  <p:tag name="KSO_WM_UNIT_VALUE" val="330"/>
  <p:tag name="KSO_WM_UNIT_TYPE" val="f"/>
  <p:tag name="KSO_WM_UNIT_INDEX" val="1"/>
  <p:tag name="KSO_WM_UNIT_TEXT_TYPE" val="1"/>
  <p:tag name="KSO_WM_UNIT_PRESET_TEXT" val="单击此处输入你的正文"/>
</p:tagLst>
</file>

<file path=ppt/tags/tag275.xml><?xml version="1.0" encoding="utf-8"?>
<p:tagLst xmlns:p="http://schemas.openxmlformats.org/presentationml/2006/main">
  <p:tag name="KSO_WM_SLIDE_ID" val="custom20230996_8"/>
  <p:tag name="KSO_WM_TEMPLATE_SUBCATEGORY" val="29"/>
  <p:tag name="KSO_WM_TEMPLATE_MASTER_TYPE" val="0"/>
  <p:tag name="KSO_WM_TEMPLATE_COLOR_TYPE" val="0"/>
  <p:tag name="KSO_WM_SLIDE_ITEM_CNT" val="0"/>
  <p:tag name="KSO_WM_SLIDE_INDEX" val="8"/>
  <p:tag name="KSO_WM_TAG_VERSION" val="1.0"/>
  <p:tag name="KSO_WM_BEAUTIFY_FLAG" val="#wm#"/>
  <p:tag name="KSO_WM_TEMPLATE_CATEGORY" val="custom"/>
  <p:tag name="KSO_WM_TEMPLATE_INDEX" val="20230996"/>
  <p:tag name="KSO_WM_SLIDE_TYPE" val="text"/>
  <p:tag name="KSO_WM_SLIDE_SUBTYPE" val="pureTxt"/>
  <p:tag name="KSO_WM_SLIDE_SIZE" val="828*457"/>
  <p:tag name="KSO_WM_SLIDE_POSITION" val="66*28"/>
  <p:tag name="KSO_WM_SLIDE_LAYOUT" val="a_f"/>
  <p:tag name="KSO_WM_SLIDE_LAYOUT_CNT" val="1_1"/>
</p:tagLst>
</file>

<file path=ppt/tags/tag2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2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VALUE" val="585"/>
  <p:tag name="KSO_WM_UNIT_TYPE" val="f"/>
  <p:tag name="KSO_WM_UNIT_INDEX" val="1"/>
</p:tagLst>
</file>

<file path=ppt/tags/tag278.xml><?xml version="1.0" encoding="utf-8"?>
<p:tagLst xmlns:p="http://schemas.openxmlformats.org/presentationml/2006/main">
  <p:tag name="KSO_WM_BEAUTIFY_FLAG" val="#wm#"/>
  <p:tag name="KSO_WM_TEMPLATE_CATEGORY" val="custom"/>
  <p:tag name="KSO_WM_TEMPLATE_INDEX" val="20230996"/>
</p:tagLst>
</file>

<file path=ppt/tags/tag2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96_8*a*1"/>
  <p:tag name="KSO_WM_TEMPLATE_CATEGORY" val="custom"/>
  <p:tag name="KSO_WM_TEMPLATE_INDEX" val="20230996"/>
  <p:tag name="KSO_WM_UNIT_LAYERLEVEL" val="1"/>
  <p:tag name="KSO_WM_TAG_VERSION" val="1.0"/>
  <p:tag name="KSO_WM_BEAUTIFY_FLAG" val="#wm#"/>
  <p:tag name="KSO_WM_UNIT_ISCONTENTSTITLE" val="0"/>
  <p:tag name="KSO_WM_UNIT_ISNUMDGMTITLE" val="0"/>
  <p:tag name="KSO_WM_UNIT_NOCLEAR" val="0"/>
  <p:tag name="KSO_WM_UNIT_VALUE" val="20"/>
  <p:tag name="KSO_WM_UNIT_TYPE" val="a"/>
  <p:tag name="KSO_WM_UNIT_INDEX" val="1"/>
  <p:tag name="KSO_WM_UNIT_TEXT_TYPE" val="1"/>
  <p:tag name="KSO_WM_UNIT_PRESET_TEXT" val="单击此处添加标题"/>
</p:tagLst>
</file>

<file path=ppt/tags/tag2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96_8*f*1"/>
  <p:tag name="KSO_WM_TEMPLATE_CATEGORY" val="custom"/>
  <p:tag name="KSO_WM_TEMPLATE_INDEX" val="20230996"/>
  <p:tag name="KSO_WM_UNIT_LAYERLEVEL" val="1"/>
  <p:tag name="KSO_WM_TAG_VERSION" val="1.0"/>
  <p:tag name="KSO_WM_BEAUTIFY_FLAG" val="#wm#"/>
  <p:tag name="KSO_WM_UNIT_SUBTYPE" val="a"/>
  <p:tag name="KSO_WM_UNIT_NOCLEAR" val="0"/>
  <p:tag name="KSO_WM_UNIT_VALUE" val="330"/>
  <p:tag name="KSO_WM_UNIT_TYPE" val="f"/>
  <p:tag name="KSO_WM_UNIT_INDEX" val="1"/>
  <p:tag name="KSO_WM_UNIT_TEXT_TYPE" val="1"/>
  <p:tag name="KSO_WM_UNIT_PRESET_TEXT" val="单击此处输入你的正文"/>
</p:tagLst>
</file>

<file path=ppt/tags/tag2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96_8*f*1"/>
  <p:tag name="KSO_WM_TEMPLATE_CATEGORY" val="custom"/>
  <p:tag name="KSO_WM_TEMPLATE_INDEX" val="20230996"/>
  <p:tag name="KSO_WM_UNIT_LAYERLEVEL" val="1"/>
  <p:tag name="KSO_WM_TAG_VERSION" val="1.0"/>
  <p:tag name="KSO_WM_BEAUTIFY_FLAG" val="#wm#"/>
  <p:tag name="KSO_WM_UNIT_SUBTYPE" val="a"/>
  <p:tag name="KSO_WM_UNIT_NOCLEAR" val="0"/>
  <p:tag name="KSO_WM_UNIT_VALUE" val="330"/>
  <p:tag name="KSO_WM_UNIT_TYPE" val="f"/>
  <p:tag name="KSO_WM_UNIT_INDEX" val="1"/>
  <p:tag name="KSO_WM_UNIT_TEXT_TYPE" val="1"/>
  <p:tag name="KSO_WM_UNIT_PRESET_TEXT" val="单击此处输入你的正文"/>
</p:tagLst>
</file>

<file path=ppt/tags/tag282.xml><?xml version="1.0" encoding="utf-8"?>
<p:tagLst xmlns:p="http://schemas.openxmlformats.org/presentationml/2006/main">
  <p:tag name="KSO_WM_SLIDE_ID" val="custom20230996_8"/>
  <p:tag name="KSO_WM_TEMPLATE_SUBCATEGORY" val="29"/>
  <p:tag name="KSO_WM_TEMPLATE_MASTER_TYPE" val="0"/>
  <p:tag name="KSO_WM_TEMPLATE_COLOR_TYPE" val="0"/>
  <p:tag name="KSO_WM_SLIDE_ITEM_CNT" val="0"/>
  <p:tag name="KSO_WM_SLIDE_INDEX" val="8"/>
  <p:tag name="KSO_WM_TAG_VERSION" val="1.0"/>
  <p:tag name="KSO_WM_BEAUTIFY_FLAG" val="#wm#"/>
  <p:tag name="KSO_WM_TEMPLATE_CATEGORY" val="custom"/>
  <p:tag name="KSO_WM_TEMPLATE_INDEX" val="20230996"/>
  <p:tag name="KSO_WM_SLIDE_TYPE" val="text"/>
  <p:tag name="KSO_WM_SLIDE_SUBTYPE" val="pureTxt"/>
  <p:tag name="KSO_WM_SLIDE_SIZE" val="828*457"/>
  <p:tag name="KSO_WM_SLIDE_POSITION" val="66*28"/>
  <p:tag name="KSO_WM_SLIDE_LAYOUT" val="a_f"/>
  <p:tag name="KSO_WM_SLIDE_LAYOUT_CNT" val="1_1"/>
</p:tagLst>
</file>

<file path=ppt/tags/tag2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2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VALUE" val="585"/>
  <p:tag name="KSO_WM_UNIT_TYPE" val="f"/>
  <p:tag name="KSO_WM_UNIT_INDEX" val="1"/>
</p:tagLst>
</file>

<file path=ppt/tags/tag285.xml><?xml version="1.0" encoding="utf-8"?>
<p:tagLst xmlns:p="http://schemas.openxmlformats.org/presentationml/2006/main">
  <p:tag name="KSO_WM_BEAUTIFY_FLAG" val="#wm#"/>
  <p:tag name="KSO_WM_TEMPLATE_CATEGORY" val="custom"/>
  <p:tag name="KSO_WM_TEMPLATE_INDEX" val="20230996"/>
</p:tagLst>
</file>

<file path=ppt/tags/tag2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96_8*a*1"/>
  <p:tag name="KSO_WM_TEMPLATE_CATEGORY" val="custom"/>
  <p:tag name="KSO_WM_TEMPLATE_INDEX" val="20230996"/>
  <p:tag name="KSO_WM_UNIT_LAYERLEVEL" val="1"/>
  <p:tag name="KSO_WM_TAG_VERSION" val="1.0"/>
  <p:tag name="KSO_WM_BEAUTIFY_FLAG" val="#wm#"/>
  <p:tag name="KSO_WM_UNIT_ISCONTENTSTITLE" val="0"/>
  <p:tag name="KSO_WM_UNIT_ISNUMDGMTITLE" val="0"/>
  <p:tag name="KSO_WM_UNIT_NOCLEAR" val="0"/>
  <p:tag name="KSO_WM_UNIT_VALUE" val="20"/>
  <p:tag name="KSO_WM_UNIT_TYPE" val="a"/>
  <p:tag name="KSO_WM_UNIT_INDEX" val="1"/>
  <p:tag name="KSO_WM_UNIT_TEXT_TYPE" val="1"/>
  <p:tag name="KSO_WM_UNIT_PRESET_TEXT" val="单击此处添加标题"/>
</p:tagLst>
</file>

<file path=ppt/tags/tag2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96_8*f*1"/>
  <p:tag name="KSO_WM_TEMPLATE_CATEGORY" val="custom"/>
  <p:tag name="KSO_WM_TEMPLATE_INDEX" val="20230996"/>
  <p:tag name="KSO_WM_UNIT_LAYERLEVEL" val="1"/>
  <p:tag name="KSO_WM_TAG_VERSION" val="1.0"/>
  <p:tag name="KSO_WM_BEAUTIFY_FLAG" val="#wm#"/>
  <p:tag name="KSO_WM_UNIT_SUBTYPE" val="a"/>
  <p:tag name="KSO_WM_UNIT_NOCLEAR" val="0"/>
  <p:tag name="KSO_WM_UNIT_VALUE" val="330"/>
  <p:tag name="KSO_WM_UNIT_TYPE" val="f"/>
  <p:tag name="KSO_WM_UNIT_INDEX" val="1"/>
  <p:tag name="KSO_WM_UNIT_TEXT_TYPE" val="1"/>
  <p:tag name="KSO_WM_UNIT_PRESET_TEXT" val="单击此处输入你的正文"/>
</p:tagLst>
</file>

<file path=ppt/tags/tag2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96_8*f*1"/>
  <p:tag name="KSO_WM_TEMPLATE_CATEGORY" val="custom"/>
  <p:tag name="KSO_WM_TEMPLATE_INDEX" val="20230996"/>
  <p:tag name="KSO_WM_UNIT_LAYERLEVEL" val="1"/>
  <p:tag name="KSO_WM_TAG_VERSION" val="1.0"/>
  <p:tag name="KSO_WM_BEAUTIFY_FLAG" val="#wm#"/>
  <p:tag name="KSO_WM_UNIT_SUBTYPE" val="a"/>
  <p:tag name="KSO_WM_UNIT_NOCLEAR" val="0"/>
  <p:tag name="KSO_WM_UNIT_VALUE" val="330"/>
  <p:tag name="KSO_WM_UNIT_TYPE" val="f"/>
  <p:tag name="KSO_WM_UNIT_INDEX" val="1"/>
  <p:tag name="KSO_WM_UNIT_TEXT_TYPE" val="1"/>
  <p:tag name="KSO_WM_UNIT_PRESET_TEXT" val="单击此处输入你的正文"/>
</p:tagLst>
</file>

<file path=ppt/tags/tag289.xml><?xml version="1.0" encoding="utf-8"?>
<p:tagLst xmlns:p="http://schemas.openxmlformats.org/presentationml/2006/main">
  <p:tag name="KSO_WM_SLIDE_ID" val="custom20230996_8"/>
  <p:tag name="KSO_WM_TEMPLATE_SUBCATEGORY" val="29"/>
  <p:tag name="KSO_WM_TEMPLATE_MASTER_TYPE" val="0"/>
  <p:tag name="KSO_WM_TEMPLATE_COLOR_TYPE" val="0"/>
  <p:tag name="KSO_WM_SLIDE_ITEM_CNT" val="0"/>
  <p:tag name="KSO_WM_SLIDE_INDEX" val="8"/>
  <p:tag name="KSO_WM_TAG_VERSION" val="1.0"/>
  <p:tag name="KSO_WM_BEAUTIFY_FLAG" val="#wm#"/>
  <p:tag name="KSO_WM_TEMPLATE_CATEGORY" val="custom"/>
  <p:tag name="KSO_WM_TEMPLATE_INDEX" val="20230996"/>
  <p:tag name="KSO_WM_SLIDE_TYPE" val="text"/>
  <p:tag name="KSO_WM_SLIDE_SUBTYPE" val="pureTxt"/>
  <p:tag name="KSO_WM_SLIDE_SIZE" val="828*457"/>
  <p:tag name="KSO_WM_SLIDE_POSITION" val="66*28"/>
  <p:tag name="KSO_WM_SLIDE_LAYOUT" val="a_f"/>
  <p:tag name="KSO_WM_SLIDE_LAYOUT_CNT" val="1_1"/>
</p:tagLst>
</file>

<file path=ppt/tags/tag2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2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VALUE" val="585"/>
  <p:tag name="KSO_WM_UNIT_TYPE" val="f"/>
  <p:tag name="KSO_WM_UNIT_INDEX" val="1"/>
</p:tagLst>
</file>

<file path=ppt/tags/tag292.xml><?xml version="1.0" encoding="utf-8"?>
<p:tagLst xmlns:p="http://schemas.openxmlformats.org/presentationml/2006/main">
  <p:tag name="KSO_WM_BEAUTIFY_FLAG" val="#wm#"/>
  <p:tag name="KSO_WM_TEMPLATE_CATEGORY" val="custom"/>
  <p:tag name="KSO_WM_TEMPLATE_INDEX" val="20230996"/>
</p:tagLst>
</file>

<file path=ppt/tags/tag2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96_8*a*1"/>
  <p:tag name="KSO_WM_TEMPLATE_CATEGORY" val="custom"/>
  <p:tag name="KSO_WM_TEMPLATE_INDEX" val="20230996"/>
  <p:tag name="KSO_WM_UNIT_LAYERLEVEL" val="1"/>
  <p:tag name="KSO_WM_TAG_VERSION" val="1.0"/>
  <p:tag name="KSO_WM_BEAUTIFY_FLAG" val="#wm#"/>
  <p:tag name="KSO_WM_UNIT_ISCONTENTSTITLE" val="0"/>
  <p:tag name="KSO_WM_UNIT_ISNUMDGMTITLE" val="0"/>
  <p:tag name="KSO_WM_UNIT_NOCLEAR" val="0"/>
  <p:tag name="KSO_WM_UNIT_VALUE" val="20"/>
  <p:tag name="KSO_WM_UNIT_TYPE" val="a"/>
  <p:tag name="KSO_WM_UNIT_INDEX" val="1"/>
  <p:tag name="KSO_WM_UNIT_TEXT_TYPE" val="1"/>
  <p:tag name="KSO_WM_UNIT_PRESET_TEXT" val="单击此处添加标题"/>
</p:tagLst>
</file>

<file path=ppt/tags/tag2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96_8*f*1"/>
  <p:tag name="KSO_WM_TEMPLATE_CATEGORY" val="custom"/>
  <p:tag name="KSO_WM_TEMPLATE_INDEX" val="20230996"/>
  <p:tag name="KSO_WM_UNIT_LAYERLEVEL" val="1"/>
  <p:tag name="KSO_WM_TAG_VERSION" val="1.0"/>
  <p:tag name="KSO_WM_BEAUTIFY_FLAG" val="#wm#"/>
  <p:tag name="KSO_WM_UNIT_SUBTYPE" val="a"/>
  <p:tag name="KSO_WM_UNIT_NOCLEAR" val="0"/>
  <p:tag name="KSO_WM_UNIT_VALUE" val="330"/>
  <p:tag name="KSO_WM_UNIT_TYPE" val="f"/>
  <p:tag name="KSO_WM_UNIT_INDEX" val="1"/>
  <p:tag name="KSO_WM_UNIT_TEXT_TYPE" val="1"/>
  <p:tag name="KSO_WM_UNIT_PRESET_TEXT" val="单击此处输入你的正文"/>
</p:tagLst>
</file>

<file path=ppt/tags/tag2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96_8*f*1"/>
  <p:tag name="KSO_WM_TEMPLATE_CATEGORY" val="custom"/>
  <p:tag name="KSO_WM_TEMPLATE_INDEX" val="20230996"/>
  <p:tag name="KSO_WM_UNIT_LAYERLEVEL" val="1"/>
  <p:tag name="KSO_WM_TAG_VERSION" val="1.0"/>
  <p:tag name="KSO_WM_BEAUTIFY_FLAG" val="#wm#"/>
  <p:tag name="KSO_WM_UNIT_SUBTYPE" val="a"/>
  <p:tag name="KSO_WM_UNIT_NOCLEAR" val="0"/>
  <p:tag name="KSO_WM_UNIT_VALUE" val="330"/>
  <p:tag name="KSO_WM_UNIT_TYPE" val="f"/>
  <p:tag name="KSO_WM_UNIT_INDEX" val="1"/>
  <p:tag name="KSO_WM_UNIT_TEXT_TYPE" val="1"/>
  <p:tag name="KSO_WM_UNIT_PRESET_TEXT" val="单击此处输入你的正文"/>
</p:tagLst>
</file>

<file path=ppt/tags/tag296.xml><?xml version="1.0" encoding="utf-8"?>
<p:tagLst xmlns:p="http://schemas.openxmlformats.org/presentationml/2006/main">
  <p:tag name="KSO_WM_SLIDE_ID" val="custom20230996_8"/>
  <p:tag name="KSO_WM_TEMPLATE_SUBCATEGORY" val="29"/>
  <p:tag name="KSO_WM_TEMPLATE_MASTER_TYPE" val="0"/>
  <p:tag name="KSO_WM_TEMPLATE_COLOR_TYPE" val="0"/>
  <p:tag name="KSO_WM_SLIDE_ITEM_CNT" val="0"/>
  <p:tag name="KSO_WM_SLIDE_INDEX" val="8"/>
  <p:tag name="KSO_WM_TAG_VERSION" val="1.0"/>
  <p:tag name="KSO_WM_BEAUTIFY_FLAG" val="#wm#"/>
  <p:tag name="KSO_WM_TEMPLATE_CATEGORY" val="custom"/>
  <p:tag name="KSO_WM_TEMPLATE_INDEX" val="20230996"/>
  <p:tag name="KSO_WM_SLIDE_TYPE" val="text"/>
  <p:tag name="KSO_WM_SLIDE_SUBTYPE" val="pureTxt"/>
  <p:tag name="KSO_WM_SLIDE_SIZE" val="828*457"/>
  <p:tag name="KSO_WM_SLIDE_POSITION" val="66*28"/>
  <p:tag name="KSO_WM_SLIDE_LAYOUT" val="a_f"/>
  <p:tag name="KSO_WM_SLIDE_LAYOUT_CNT" val="1_1"/>
</p:tagLst>
</file>

<file path=ppt/tags/tag2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2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VALUE" val="585"/>
  <p:tag name="KSO_WM_UNIT_TYPE" val="f"/>
  <p:tag name="KSO_WM_UNIT_INDEX" val="1"/>
</p:tagLst>
</file>

<file path=ppt/tags/tag299.xml><?xml version="1.0" encoding="utf-8"?>
<p:tagLst xmlns:p="http://schemas.openxmlformats.org/presentationml/2006/main">
  <p:tag name="KSO_WM_BEAUTIFY_FLAG" val="#wm#"/>
  <p:tag name="KSO_WM_TEMPLATE_CATEGORY" val="custom"/>
  <p:tag name="KSO_WM_TEMPLATE_INDEX" val="20230996"/>
</p:tagLst>
</file>

<file path=ppt/tags/tag3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96_8*a*1"/>
  <p:tag name="KSO_WM_TEMPLATE_CATEGORY" val="custom"/>
  <p:tag name="KSO_WM_TEMPLATE_INDEX" val="20230996"/>
  <p:tag name="KSO_WM_UNIT_LAYERLEVEL" val="1"/>
  <p:tag name="KSO_WM_TAG_VERSION" val="1.0"/>
  <p:tag name="KSO_WM_BEAUTIFY_FLAG" val="#wm#"/>
  <p:tag name="KSO_WM_UNIT_ISCONTENTSTITLE" val="0"/>
  <p:tag name="KSO_WM_UNIT_ISNUMDGMTITLE" val="0"/>
  <p:tag name="KSO_WM_UNIT_NOCLEAR" val="0"/>
  <p:tag name="KSO_WM_UNIT_VALUE" val="20"/>
  <p:tag name="KSO_WM_UNIT_TYPE" val="a"/>
  <p:tag name="KSO_WM_UNIT_INDEX" val="1"/>
  <p:tag name="KSO_WM_UNIT_TEXT_TYPE" val="1"/>
  <p:tag name="KSO_WM_UNIT_PRESET_TEXT" val="单击此处添加标题"/>
</p:tagLst>
</file>

<file path=ppt/tags/tag3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96_8*f*1"/>
  <p:tag name="KSO_WM_TEMPLATE_CATEGORY" val="custom"/>
  <p:tag name="KSO_WM_TEMPLATE_INDEX" val="20230996"/>
  <p:tag name="KSO_WM_UNIT_LAYERLEVEL" val="1"/>
  <p:tag name="KSO_WM_TAG_VERSION" val="1.0"/>
  <p:tag name="KSO_WM_BEAUTIFY_FLAG" val="#wm#"/>
  <p:tag name="KSO_WM_UNIT_SUBTYPE" val="a"/>
  <p:tag name="KSO_WM_UNIT_NOCLEAR" val="0"/>
  <p:tag name="KSO_WM_UNIT_VALUE" val="330"/>
  <p:tag name="KSO_WM_UNIT_TYPE" val="f"/>
  <p:tag name="KSO_WM_UNIT_INDEX" val="1"/>
  <p:tag name="KSO_WM_UNIT_TEXT_TYPE" val="1"/>
  <p:tag name="KSO_WM_UNIT_PRESET_TEXT" val="单击此处输入你的正文"/>
</p:tagLst>
</file>

<file path=ppt/tags/tag3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96_8*f*1"/>
  <p:tag name="KSO_WM_TEMPLATE_CATEGORY" val="custom"/>
  <p:tag name="KSO_WM_TEMPLATE_INDEX" val="20230996"/>
  <p:tag name="KSO_WM_UNIT_LAYERLEVEL" val="1"/>
  <p:tag name="KSO_WM_TAG_VERSION" val="1.0"/>
  <p:tag name="KSO_WM_BEAUTIFY_FLAG" val="#wm#"/>
  <p:tag name="KSO_WM_UNIT_SUBTYPE" val="a"/>
  <p:tag name="KSO_WM_UNIT_NOCLEAR" val="0"/>
  <p:tag name="KSO_WM_UNIT_VALUE" val="330"/>
  <p:tag name="KSO_WM_UNIT_TYPE" val="f"/>
  <p:tag name="KSO_WM_UNIT_INDEX" val="1"/>
  <p:tag name="KSO_WM_UNIT_TEXT_TYPE" val="1"/>
  <p:tag name="KSO_WM_UNIT_PRESET_TEXT" val="单击此处输入你的正文"/>
</p:tagLst>
</file>

<file path=ppt/tags/tag303.xml><?xml version="1.0" encoding="utf-8"?>
<p:tagLst xmlns:p="http://schemas.openxmlformats.org/presentationml/2006/main">
  <p:tag name="KSO_WM_SLIDE_ID" val="custom20230996_8"/>
  <p:tag name="KSO_WM_TEMPLATE_SUBCATEGORY" val="29"/>
  <p:tag name="KSO_WM_TEMPLATE_MASTER_TYPE" val="0"/>
  <p:tag name="KSO_WM_TEMPLATE_COLOR_TYPE" val="0"/>
  <p:tag name="KSO_WM_SLIDE_ITEM_CNT" val="0"/>
  <p:tag name="KSO_WM_SLIDE_INDEX" val="8"/>
  <p:tag name="KSO_WM_TAG_VERSION" val="1.0"/>
  <p:tag name="KSO_WM_BEAUTIFY_FLAG" val="#wm#"/>
  <p:tag name="KSO_WM_TEMPLATE_CATEGORY" val="custom"/>
  <p:tag name="KSO_WM_TEMPLATE_INDEX" val="20230996"/>
  <p:tag name="KSO_WM_SLIDE_TYPE" val="text"/>
  <p:tag name="KSO_WM_SLIDE_SUBTYPE" val="pureTxt"/>
  <p:tag name="KSO_WM_SLIDE_SIZE" val="828*457"/>
  <p:tag name="KSO_WM_SLIDE_POSITION" val="66*28"/>
  <p:tag name="KSO_WM_SLIDE_LAYOUT" val="a_f"/>
  <p:tag name="KSO_WM_SLIDE_LAYOUT_CNT" val="1_1"/>
</p:tagLst>
</file>

<file path=ppt/tags/tag3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3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VALUE" val="585"/>
  <p:tag name="KSO_WM_UNIT_TYPE" val="f"/>
  <p:tag name="KSO_WM_UNIT_INDEX" val="1"/>
</p:tagLst>
</file>

<file path=ppt/tags/tag306.xml><?xml version="1.0" encoding="utf-8"?>
<p:tagLst xmlns:p="http://schemas.openxmlformats.org/presentationml/2006/main">
  <p:tag name="KSO_WM_BEAUTIFY_FLAG" val="#wm#"/>
  <p:tag name="KSO_WM_TEMPLATE_CATEGORY" val="custom"/>
  <p:tag name="KSO_WM_TEMPLATE_INDEX" val="20230996"/>
</p:tagLst>
</file>

<file path=ppt/tags/tag3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96_8*a*1"/>
  <p:tag name="KSO_WM_TEMPLATE_CATEGORY" val="custom"/>
  <p:tag name="KSO_WM_TEMPLATE_INDEX" val="20230996"/>
  <p:tag name="KSO_WM_UNIT_LAYERLEVEL" val="1"/>
  <p:tag name="KSO_WM_TAG_VERSION" val="1.0"/>
  <p:tag name="KSO_WM_BEAUTIFY_FLAG" val="#wm#"/>
  <p:tag name="KSO_WM_UNIT_ISCONTENTSTITLE" val="0"/>
  <p:tag name="KSO_WM_UNIT_ISNUMDGMTITLE" val="0"/>
  <p:tag name="KSO_WM_UNIT_NOCLEAR" val="0"/>
  <p:tag name="KSO_WM_UNIT_VALUE" val="20"/>
  <p:tag name="KSO_WM_UNIT_TYPE" val="a"/>
  <p:tag name="KSO_WM_UNIT_INDEX" val="1"/>
  <p:tag name="KSO_WM_UNIT_TEXT_TYPE" val="1"/>
  <p:tag name="KSO_WM_UNIT_PRESET_TEXT" val="单击此处添加标题"/>
</p:tagLst>
</file>

<file path=ppt/tags/tag3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96_8*f*1"/>
  <p:tag name="KSO_WM_TEMPLATE_CATEGORY" val="custom"/>
  <p:tag name="KSO_WM_TEMPLATE_INDEX" val="20230996"/>
  <p:tag name="KSO_WM_UNIT_LAYERLEVEL" val="1"/>
  <p:tag name="KSO_WM_TAG_VERSION" val="1.0"/>
  <p:tag name="KSO_WM_BEAUTIFY_FLAG" val="#wm#"/>
  <p:tag name="KSO_WM_UNIT_SUBTYPE" val="a"/>
  <p:tag name="KSO_WM_UNIT_NOCLEAR" val="0"/>
  <p:tag name="KSO_WM_UNIT_VALUE" val="330"/>
  <p:tag name="KSO_WM_UNIT_TYPE" val="f"/>
  <p:tag name="KSO_WM_UNIT_INDEX" val="1"/>
  <p:tag name="KSO_WM_UNIT_TEXT_TYPE" val="1"/>
  <p:tag name="KSO_WM_UNIT_PRESET_TEXT" val="单击此处输入你的正文"/>
</p:tagLst>
</file>

<file path=ppt/tags/tag3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96_8*f*1"/>
  <p:tag name="KSO_WM_TEMPLATE_CATEGORY" val="custom"/>
  <p:tag name="KSO_WM_TEMPLATE_INDEX" val="20230996"/>
  <p:tag name="KSO_WM_UNIT_LAYERLEVEL" val="1"/>
  <p:tag name="KSO_WM_TAG_VERSION" val="1.0"/>
  <p:tag name="KSO_WM_BEAUTIFY_FLAG" val="#wm#"/>
  <p:tag name="KSO_WM_UNIT_SUBTYPE" val="a"/>
  <p:tag name="KSO_WM_UNIT_NOCLEAR" val="0"/>
  <p:tag name="KSO_WM_UNIT_VALUE" val="330"/>
  <p:tag name="KSO_WM_UNIT_TYPE" val="f"/>
  <p:tag name="KSO_WM_UNIT_INDEX" val="1"/>
  <p:tag name="KSO_WM_UNIT_TEXT_TYPE" val="1"/>
  <p:tag name="KSO_WM_UNIT_PRESET_TEXT" val="单击此处输入你的正文"/>
</p:tagLst>
</file>

<file path=ppt/tags/tag310.xml><?xml version="1.0" encoding="utf-8"?>
<p:tagLst xmlns:p="http://schemas.openxmlformats.org/presentationml/2006/main">
  <p:tag name="KSO_WM_SLIDE_ID" val="custom20230996_8"/>
  <p:tag name="KSO_WM_TEMPLATE_SUBCATEGORY" val="29"/>
  <p:tag name="KSO_WM_TEMPLATE_MASTER_TYPE" val="0"/>
  <p:tag name="KSO_WM_TEMPLATE_COLOR_TYPE" val="0"/>
  <p:tag name="KSO_WM_SLIDE_ITEM_CNT" val="0"/>
  <p:tag name="KSO_WM_SLIDE_INDEX" val="8"/>
  <p:tag name="KSO_WM_TAG_VERSION" val="1.0"/>
  <p:tag name="KSO_WM_BEAUTIFY_FLAG" val="#wm#"/>
  <p:tag name="KSO_WM_TEMPLATE_CATEGORY" val="custom"/>
  <p:tag name="KSO_WM_TEMPLATE_INDEX" val="20230996"/>
  <p:tag name="KSO_WM_SLIDE_TYPE" val="text"/>
  <p:tag name="KSO_WM_SLIDE_SUBTYPE" val="pureTxt"/>
  <p:tag name="KSO_WM_SLIDE_SIZE" val="828*457"/>
  <p:tag name="KSO_WM_SLIDE_POSITION" val="66*28"/>
  <p:tag name="KSO_WM_SLIDE_LAYOUT" val="a_f"/>
  <p:tag name="KSO_WM_SLIDE_LAYOUT_CNT" val="1_1"/>
</p:tagLst>
</file>

<file path=ppt/tags/tag3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3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VALUE" val="585"/>
  <p:tag name="KSO_WM_UNIT_TYPE" val="f"/>
  <p:tag name="KSO_WM_UNIT_INDEX" val="1"/>
</p:tagLst>
</file>

<file path=ppt/tags/tag313.xml><?xml version="1.0" encoding="utf-8"?>
<p:tagLst xmlns:p="http://schemas.openxmlformats.org/presentationml/2006/main">
  <p:tag name="KSO_WM_BEAUTIFY_FLAG" val="#wm#"/>
  <p:tag name="KSO_WM_TEMPLATE_CATEGORY" val="custom"/>
  <p:tag name="KSO_WM_TEMPLATE_INDEX" val="20230996"/>
</p:tagLst>
</file>

<file path=ppt/tags/tag3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96_8*a*1"/>
  <p:tag name="KSO_WM_TEMPLATE_CATEGORY" val="custom"/>
  <p:tag name="KSO_WM_TEMPLATE_INDEX" val="20230996"/>
  <p:tag name="KSO_WM_UNIT_LAYERLEVEL" val="1"/>
  <p:tag name="KSO_WM_TAG_VERSION" val="1.0"/>
  <p:tag name="KSO_WM_BEAUTIFY_FLAG" val="#wm#"/>
  <p:tag name="KSO_WM_UNIT_ISCONTENTSTITLE" val="0"/>
  <p:tag name="KSO_WM_UNIT_ISNUMDGMTITLE" val="0"/>
  <p:tag name="KSO_WM_UNIT_NOCLEAR" val="0"/>
  <p:tag name="KSO_WM_UNIT_VALUE" val="20"/>
  <p:tag name="KSO_WM_UNIT_TYPE" val="a"/>
  <p:tag name="KSO_WM_UNIT_INDEX" val="1"/>
  <p:tag name="KSO_WM_UNIT_TEXT_TYPE" val="1"/>
  <p:tag name="KSO_WM_UNIT_PRESET_TEXT" val="单击此处添加标题"/>
</p:tagLst>
</file>

<file path=ppt/tags/tag3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96_8*f*1"/>
  <p:tag name="KSO_WM_TEMPLATE_CATEGORY" val="custom"/>
  <p:tag name="KSO_WM_TEMPLATE_INDEX" val="20230996"/>
  <p:tag name="KSO_WM_UNIT_LAYERLEVEL" val="1"/>
  <p:tag name="KSO_WM_TAG_VERSION" val="1.0"/>
  <p:tag name="KSO_WM_BEAUTIFY_FLAG" val="#wm#"/>
  <p:tag name="KSO_WM_UNIT_SUBTYPE" val="a"/>
  <p:tag name="KSO_WM_UNIT_NOCLEAR" val="0"/>
  <p:tag name="KSO_WM_UNIT_VALUE" val="330"/>
  <p:tag name="KSO_WM_UNIT_TYPE" val="f"/>
  <p:tag name="KSO_WM_UNIT_INDEX" val="1"/>
  <p:tag name="KSO_WM_UNIT_TEXT_TYPE" val="1"/>
  <p:tag name="KSO_WM_UNIT_PRESET_TEXT" val="单击此处输入你的正文"/>
</p:tagLst>
</file>

<file path=ppt/tags/tag3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96_8*f*1"/>
  <p:tag name="KSO_WM_TEMPLATE_CATEGORY" val="custom"/>
  <p:tag name="KSO_WM_TEMPLATE_INDEX" val="20230996"/>
  <p:tag name="KSO_WM_UNIT_LAYERLEVEL" val="1"/>
  <p:tag name="KSO_WM_TAG_VERSION" val="1.0"/>
  <p:tag name="KSO_WM_BEAUTIFY_FLAG" val="#wm#"/>
  <p:tag name="KSO_WM_UNIT_SUBTYPE" val="a"/>
  <p:tag name="KSO_WM_UNIT_NOCLEAR" val="0"/>
  <p:tag name="KSO_WM_UNIT_VALUE" val="330"/>
  <p:tag name="KSO_WM_UNIT_TYPE" val="f"/>
  <p:tag name="KSO_WM_UNIT_INDEX" val="1"/>
  <p:tag name="KSO_WM_UNIT_TEXT_TYPE" val="1"/>
  <p:tag name="KSO_WM_UNIT_PRESET_TEXT" val="单击此处输入你的正文"/>
</p:tagLst>
</file>

<file path=ppt/tags/tag317.xml><?xml version="1.0" encoding="utf-8"?>
<p:tagLst xmlns:p="http://schemas.openxmlformats.org/presentationml/2006/main">
  <p:tag name="KSO_WM_SLIDE_ID" val="custom20230996_8"/>
  <p:tag name="KSO_WM_TEMPLATE_SUBCATEGORY" val="29"/>
  <p:tag name="KSO_WM_TEMPLATE_MASTER_TYPE" val="0"/>
  <p:tag name="KSO_WM_TEMPLATE_COLOR_TYPE" val="0"/>
  <p:tag name="KSO_WM_SLIDE_ITEM_CNT" val="0"/>
  <p:tag name="KSO_WM_SLIDE_INDEX" val="8"/>
  <p:tag name="KSO_WM_TAG_VERSION" val="1.0"/>
  <p:tag name="KSO_WM_BEAUTIFY_FLAG" val="#wm#"/>
  <p:tag name="KSO_WM_TEMPLATE_CATEGORY" val="custom"/>
  <p:tag name="KSO_WM_TEMPLATE_INDEX" val="20230996"/>
  <p:tag name="KSO_WM_SLIDE_TYPE" val="text"/>
  <p:tag name="KSO_WM_SLIDE_SUBTYPE" val="pureTxt"/>
  <p:tag name="KSO_WM_SLIDE_SIZE" val="828*457"/>
  <p:tag name="KSO_WM_SLIDE_POSITION" val="66*28"/>
  <p:tag name="KSO_WM_SLIDE_LAYOUT" val="a_f"/>
  <p:tag name="KSO_WM_SLIDE_LAYOUT_CNT" val="1_1"/>
</p:tagLst>
</file>

<file path=ppt/tags/tag3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96_9*a*1"/>
  <p:tag name="KSO_WM_TEMPLATE_CATEGORY" val="custom"/>
  <p:tag name="KSO_WM_TEMPLATE_INDEX" val="20230996"/>
  <p:tag name="KSO_WM_UNIT_LAYERLEVEL" val="1"/>
  <p:tag name="KSO_WM_TAG_VERSION" val="1.0"/>
  <p:tag name="KSO_WM_BEAUTIFY_FLAG" val="#wm#"/>
  <p:tag name="KSO_WM_UNIT_ISCONTENTSTITLE" val="0"/>
  <p:tag name="KSO_WM_UNIT_ISNUMDGMTITLE" val="0"/>
  <p:tag name="KSO_WM_UNIT_NOCLEAR" val="1"/>
  <p:tag name="KSO_WM_UNIT_TYPE" val="a"/>
  <p:tag name="KSO_WM_UNIT_INDEX" val="1"/>
</p:tagLst>
</file>

<file path=ppt/tags/tag3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96_9*f*2"/>
  <p:tag name="KSO_WM_TEMPLATE_CATEGORY" val="custom"/>
  <p:tag name="KSO_WM_TEMPLATE_INDEX" val="20230996"/>
  <p:tag name="KSO_WM_UNIT_LAYERLEVEL" val="1"/>
  <p:tag name="KSO_WM_TAG_VERSION" val="1.0"/>
  <p:tag name="KSO_WM_BEAUTIFY_FLAG" val="#wm#"/>
  <p:tag name="KSO_WM_UNIT_NOCLEAR" val="0"/>
  <p:tag name="KSO_WM_UNIT_VALUE" val="16"/>
  <p:tag name="KSO_WM_UNIT_TYPE" val="f"/>
  <p:tag name="KSO_WM_UNIT_INDEX" val="2"/>
  <p:tag name="KSO_WM_UNIT_SUBTYPE" val="g"/>
</p:tagLst>
</file>

<file path=ppt/tags/tag3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96_9*f*1"/>
  <p:tag name="KSO_WM_TEMPLATE_CATEGORY" val="custom"/>
  <p:tag name="KSO_WM_TEMPLATE_INDEX" val="20230996"/>
  <p:tag name="KSO_WM_UNIT_LAYERLEVEL" val="1"/>
  <p:tag name="KSO_WM_TAG_VERSION" val="1.0"/>
  <p:tag name="KSO_WM_BEAUTIFY_FLAG" val="#wm#"/>
  <p:tag name="KSO_WM_UNIT_SUBTYPE" val="b"/>
  <p:tag name="KSO_WM_UNIT_NOCLEAR" val="0"/>
  <p:tag name="KSO_WM_UNIT_VALUE" val="8"/>
  <p:tag name="KSO_WM_UNIT_TYPE" val="f"/>
  <p:tag name="KSO_WM_UNIT_INDEX" val="1"/>
</p:tagLst>
</file>

<file path=ppt/tags/tag321.xml><?xml version="1.0" encoding="utf-8"?>
<p:tagLst xmlns:p="http://schemas.openxmlformats.org/presentationml/2006/main">
  <p:tag name="KSO_WM_SLIDE_ID" val="custom20230996_9"/>
  <p:tag name="KSO_WM_TEMPLATE_SUBCATEGORY" val="29"/>
  <p:tag name="KSO_WM_TEMPLATE_MASTER_TYPE" val="0"/>
  <p:tag name="KSO_WM_TEMPLATE_COLOR_TYPE" val="0"/>
  <p:tag name="KSO_WM_SLIDE_ITEM_CNT" val="0"/>
  <p:tag name="KSO_WM_SLIDE_INDEX" val="9"/>
  <p:tag name="KSO_WM_TAG_VERSION" val="1.0"/>
  <p:tag name="KSO_WM_BEAUTIFY_FLAG" val="#wm#"/>
  <p:tag name="KSO_WM_TEMPLATE_CATEGORY" val="custom"/>
  <p:tag name="KSO_WM_TEMPLATE_INDEX" val="20230996"/>
  <p:tag name="KSO_WM_SLIDE_TYPE" val="endPage"/>
  <p:tag name="KSO_WM_SLIDE_SUBTYPE" val="pureTxt"/>
  <p:tag name="KSO_WM_SLIDE_LAYOUT" val="a_f"/>
  <p:tag name="KSO_WM_SLIDE_LAYOUT_CNT" val="1_2"/>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37">
      <a:dk1>
        <a:sysClr val="windowText" lastClr="000000"/>
      </a:dk1>
      <a:lt1>
        <a:sysClr val="window" lastClr="FFFFFF"/>
      </a:lt1>
      <a:dk2>
        <a:srgbClr val="44546A"/>
      </a:dk2>
      <a:lt2>
        <a:srgbClr val="FDFAF5"/>
      </a:lt2>
      <a:accent1>
        <a:srgbClr val="F3BB28"/>
      </a:accent1>
      <a:accent2>
        <a:srgbClr val="D9C573"/>
      </a:accent2>
      <a:accent3>
        <a:srgbClr val="B6B679"/>
      </a:accent3>
      <a:accent4>
        <a:srgbClr val="94A87F"/>
      </a:accent4>
      <a:accent5>
        <a:srgbClr val="719985"/>
      </a:accent5>
      <a:accent6>
        <a:srgbClr val="4F8A8B"/>
      </a:accent6>
      <a:hlink>
        <a:srgbClr val="0563C1"/>
      </a:hlink>
      <a:folHlink>
        <a:srgbClr val="954F72"/>
      </a:folHlink>
    </a:clrScheme>
    <a:fontScheme name="主题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dirty="0" err="1" smtClean="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8633</Words>
  <Application>WPS 演示</Application>
  <PresentationFormat>宽屏</PresentationFormat>
  <Paragraphs>194</Paragraphs>
  <Slides>29</Slides>
  <Notes>0</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29</vt:i4>
      </vt:variant>
    </vt:vector>
  </HeadingPairs>
  <TitlesOfParts>
    <vt:vector size="37" baseType="lpstr">
      <vt:lpstr>Arial</vt:lpstr>
      <vt:lpstr>宋体</vt:lpstr>
      <vt:lpstr>Wingdings</vt:lpstr>
      <vt:lpstr>微软雅黑</vt:lpstr>
      <vt:lpstr>Arial Unicode MS</vt:lpstr>
      <vt:lpstr>Calibri</vt:lpstr>
      <vt:lpstr>WPS</vt:lpstr>
      <vt:lpstr>Office 主题​​</vt:lpstr>
      <vt:lpstr>瓦谢尔生物研究院论文粗读分析（第一周）</vt:lpstr>
      <vt:lpstr>目录</vt:lpstr>
      <vt:lpstr>主页面论文粗读</vt:lpstr>
      <vt:lpstr>miRTarBase update 2018: a resource for experimentally validated microRNA-target interactions</vt:lpstr>
      <vt:lpstr>PowerPoint 演示文稿</vt:lpstr>
      <vt:lpstr>Plants send small RNAs in extracellular vesicles to fungal pathogen to silence virulence genes</vt:lpstr>
      <vt:lpstr>PowerPoint 演示文稿</vt:lpstr>
      <vt:lpstr>MicroRNA-224 down-regulates Glycine N-methyltransferase gene expression in Hepatocellular Carcinoma</vt:lpstr>
      <vt:lpstr>PowerPoint 演示文稿</vt:lpstr>
      <vt:lpstr>Large-Scale Functional Analysis of CRP-Mediated Feed-Forward Loops</vt:lpstr>
      <vt:lpstr>PowerPoint 演示文稿</vt:lpstr>
      <vt:lpstr>Ouroboros resembling competitive endogenous loop (ORCEL) in circular RNAs revealed through transcriptome sequencing dataset analysis</vt:lpstr>
      <vt:lpstr>PowerPoint 演示文稿</vt:lpstr>
      <vt:lpstr>第一部分小结： 	做了五个黄教授的首页论文的分析，黄教授的项目有关microRNA的数据库搭建，其他四个都不是黄教授的一作，为一些具体的实操和实验的的项目，包括sRNA, GNMT-miR-224、CPR-FFL, ORCEL, 可用于补充大型的microRNA工作数据库的辅助，但有部分实验较难理解，涉及专业领域太多。 	后续将着重黄教授的一作论文：包括microRNA数据库的构建和更新，机器学习在生物信息工程环境下的训练的方法模型和肝癌相关实验和模型论文。</vt:lpstr>
      <vt:lpstr>特异性粗读</vt:lpstr>
      <vt:lpstr>miRTarBase update 2018: a resource for experimentally validated microRNA-target interactions</vt:lpstr>
      <vt:lpstr>PowerPoint 演示文稿</vt:lpstr>
      <vt:lpstr>miRTarBase: a database curates experimentally validated microRNA–target interactions</vt:lpstr>
      <vt:lpstr>PowerPoint 演示文稿</vt:lpstr>
      <vt:lpstr>Fungal Small RNAs Suppress Plant Immunity by Hijacking Host RNA Interference Pathways</vt:lpstr>
      <vt:lpstr>PowerPoint 演示文稿</vt:lpstr>
      <vt:lpstr>单击此处添加标题</vt:lpstr>
      <vt:lpstr>PowerPoint 演示文稿</vt:lpstr>
      <vt:lpstr>miRTarBase 2016: updates to the experimentally validated miRNA-target interactions database</vt:lpstr>
      <vt:lpstr>PowerPoint 演示文稿</vt:lpstr>
      <vt:lpstr>单击此处添加标题</vt:lpstr>
      <vt:lpstr>PowerPoint 演示文稿</vt:lpstr>
      <vt:lpstr>单击此处添加标题</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汪希翔</dc:creator>
  <cp:lastModifiedBy>汪希翔</cp:lastModifiedBy>
  <cp:revision>151</cp:revision>
  <dcterms:created xsi:type="dcterms:W3CDTF">2023-08-09T12:44:00Z</dcterms:created>
  <dcterms:modified xsi:type="dcterms:W3CDTF">2026-03-28T08:42:23Z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3A10536406984FDD820B722F527F35CC_13</vt:lpwstr>
  </property>
</Properties>
</file>